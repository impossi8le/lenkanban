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f8fd69f04f44ef" /><Relationship Type="http://schemas.openxmlformats.org/officeDocument/2006/relationships/extended-properties" Target="/docProps/app.xml" Id="Rb4be41f31d614b0b" /><Relationship Type="http://schemas.openxmlformats.org/officeDocument/2006/relationships/officeDocument" Target="/ppt/presentation.xml" Id="Rbaa2382d9fa140f1" /></Relationships>
</file>

<file path=ppt/presentation.xml><?xml version="1.0" encoding="utf-8"?>
<p:presentation xmlns:p="http://schemas.openxmlformats.org/presentationml/2006/main">
  <p:sldMasterIdLst>
    <p:sldMasterId xmlns:r="http://schemas.openxmlformats.org/officeDocument/2006/relationships" id="2147483648" r:id="R3e807efe22bd4bb5"/>
  </p:sldMasterIdLst>
  <p:notesMasterIdLst>
    <p:notesMasterId xmlns:r="http://schemas.openxmlformats.org/officeDocument/2006/relationships" r:id="R10fbcde6502c4ef5"/>
  </p:notesMasterIdLst>
  <p:sldIdLst>
    <p:sldId xmlns:r="http://schemas.openxmlformats.org/officeDocument/2006/relationships" id="256" r:id="Rfcbd5b6126a844b4"/>
    <p:sldId xmlns:r="http://schemas.openxmlformats.org/officeDocument/2006/relationships" id="257" r:id="Re88a9f274fed4ee7"/>
    <p:sldId xmlns:r="http://schemas.openxmlformats.org/officeDocument/2006/relationships" id="258" r:id="Ra9838d63fd3046a4"/>
    <p:sldId xmlns:r="http://schemas.openxmlformats.org/officeDocument/2006/relationships" id="259" r:id="R315c89e2d1fc433c"/>
    <p:sldId xmlns:r="http://schemas.openxmlformats.org/officeDocument/2006/relationships" id="260" r:id="R90ec76a933b644fb"/>
    <p:sldId xmlns:r="http://schemas.openxmlformats.org/officeDocument/2006/relationships" id="261" r:id="R8aa17503d6f242eb"/>
    <p:sldId xmlns:r="http://schemas.openxmlformats.org/officeDocument/2006/relationships" id="262" r:id="Rb3dcf509875a4d56"/>
    <p:sldId xmlns:r="http://schemas.openxmlformats.org/officeDocument/2006/relationships" id="263" r:id="R9fd34bd88f994c53"/>
    <p:sldId xmlns:r="http://schemas.openxmlformats.org/officeDocument/2006/relationships" id="264" r:id="R60ff8f652d394d03"/>
    <p:sldId xmlns:r="http://schemas.openxmlformats.org/officeDocument/2006/relationships" id="265" r:id="R009d859757374964"/>
    <p:sldId xmlns:r="http://schemas.openxmlformats.org/officeDocument/2006/relationships" id="266" r:id="Rcb1e27ee803a4172"/>
    <p:sldId xmlns:r="http://schemas.openxmlformats.org/officeDocument/2006/relationships" id="267" r:id="R4d5560c1ab3c4da4"/>
    <p:sldId xmlns:r="http://schemas.openxmlformats.org/officeDocument/2006/relationships" id="268" r:id="R920aed92548f46dd"/>
    <p:sldId xmlns:r="http://schemas.openxmlformats.org/officeDocument/2006/relationships" id="269" r:id="Re834115b3c804a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9e5ef0d4b64bec" /><Relationship Type="http://schemas.openxmlformats.org/officeDocument/2006/relationships/slideMaster" Target="/ppt/slideMasters/slideMaster1.xml" Id="R3e807efe22bd4bb5" /><Relationship Type="http://schemas.openxmlformats.org/officeDocument/2006/relationships/notesMaster" Target="/ppt/notesMasters/notesMaster1.xml" Id="R10fbcde6502c4ef5" /><Relationship Type="http://schemas.openxmlformats.org/officeDocument/2006/relationships/presProps" Target="/ppt/presProps.xml" Id="R69cfbd1b01124815" /><Relationship Type="http://schemas.openxmlformats.org/officeDocument/2006/relationships/tableStyles" Target="/ppt/tableStyles.xml" Id="Rbb3edfc9f21c480b" /><Relationship Type="http://schemas.openxmlformats.org/officeDocument/2006/relationships/slide" Target="/ppt/slides/slide1.xml" Id="Rfcbd5b6126a844b4" /><Relationship Type="http://schemas.openxmlformats.org/officeDocument/2006/relationships/slide" Target="/ppt/slides/slide2.xml" Id="Re88a9f274fed4ee7" /><Relationship Type="http://schemas.openxmlformats.org/officeDocument/2006/relationships/slide" Target="/ppt/slides/slide3.xml" Id="Ra9838d63fd3046a4" /><Relationship Type="http://schemas.openxmlformats.org/officeDocument/2006/relationships/slide" Target="/ppt/slides/slide4.xml" Id="R315c89e2d1fc433c" /><Relationship Type="http://schemas.openxmlformats.org/officeDocument/2006/relationships/slide" Target="/ppt/slides/slide5.xml" Id="R90ec76a933b644fb" /><Relationship Type="http://schemas.openxmlformats.org/officeDocument/2006/relationships/slide" Target="/ppt/slides/slide6.xml" Id="R8aa17503d6f242eb" /><Relationship Type="http://schemas.openxmlformats.org/officeDocument/2006/relationships/slide" Target="/ppt/slides/slide7.xml" Id="Rb3dcf509875a4d56" /><Relationship Type="http://schemas.openxmlformats.org/officeDocument/2006/relationships/slide" Target="/ppt/slides/slide8.xml" Id="R9fd34bd88f994c53" /><Relationship Type="http://schemas.openxmlformats.org/officeDocument/2006/relationships/slide" Target="/ppt/slides/slide9.xml" Id="R60ff8f652d394d03" /><Relationship Type="http://schemas.openxmlformats.org/officeDocument/2006/relationships/slide" Target="/ppt/slides/slide10.xml" Id="R009d859757374964" /><Relationship Type="http://schemas.openxmlformats.org/officeDocument/2006/relationships/slide" Target="/ppt/slides/slide11.xml" Id="Rcb1e27ee803a4172" /><Relationship Type="http://schemas.openxmlformats.org/officeDocument/2006/relationships/slide" Target="/ppt/slides/slide12.xml" Id="R4d5560c1ab3c4da4" /><Relationship Type="http://schemas.openxmlformats.org/officeDocument/2006/relationships/slide" Target="/ppt/slides/slide13.xml" Id="R920aed92548f46dd" /><Relationship Type="http://schemas.openxmlformats.org/officeDocument/2006/relationships/slide" Target="/ppt/slides/slide14.xml" Id="Re834115b3c804a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18157fd27b45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abe9af15ed4f14" /><Relationship Type="http://schemas.openxmlformats.org/officeDocument/2006/relationships/notesMaster" Target="/ppt/notesMasters/notesMaster1.xml" Id="Re9a277d240c141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f7ab45c3114823" /><Relationship Type="http://schemas.openxmlformats.org/officeDocument/2006/relationships/notesMaster" Target="/ppt/notesMasters/notesMaster1.xml" Id="R96457d06528440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eb247c4f6048ff" /><Relationship Type="http://schemas.openxmlformats.org/officeDocument/2006/relationships/notesMaster" Target="/ppt/notesMasters/notesMaster1.xml" Id="R2cf8daa75d324d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0c6752e18f4f36" /><Relationship Type="http://schemas.openxmlformats.org/officeDocument/2006/relationships/notesMaster" Target="/ppt/notesMasters/notesMaster1.xml" Id="Rc516a5571ef54c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b7b749edda45e1" /><Relationship Type="http://schemas.openxmlformats.org/officeDocument/2006/relationships/notesMaster" Target="/ppt/notesMasters/notesMaster1.xml" Id="R2c3b8ca0774744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737ec450b94951" /><Relationship Type="http://schemas.openxmlformats.org/officeDocument/2006/relationships/notesMaster" Target="/ppt/notesMasters/notesMaster1.xml" Id="Rf4b2ad3344cf42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6bf71e8f0a4ba3" /><Relationship Type="http://schemas.openxmlformats.org/officeDocument/2006/relationships/notesMaster" Target="/ppt/notesMasters/notesMaster1.xml" Id="R2d257a46855546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e5282993cb4c7a" /><Relationship Type="http://schemas.openxmlformats.org/officeDocument/2006/relationships/notesMaster" Target="/ppt/notesMasters/notesMaster1.xml" Id="R52e7ddfefca541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3e8635aee64017" /><Relationship Type="http://schemas.openxmlformats.org/officeDocument/2006/relationships/notesMaster" Target="/ppt/notesMasters/notesMaster1.xml" Id="R33900c3f1c4f4a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da937e2151491f" /><Relationship Type="http://schemas.openxmlformats.org/officeDocument/2006/relationships/notesMaster" Target="/ppt/notesMasters/notesMaster1.xml" Id="R151001a6db6644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84cd122a584f12" /><Relationship Type="http://schemas.openxmlformats.org/officeDocument/2006/relationships/notesMaster" Target="/ppt/notesMasters/notesMaster1.xml" Id="R88bb2dd7354142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d154089aa9421c" /><Relationship Type="http://schemas.openxmlformats.org/officeDocument/2006/relationships/notesMaster" Target="/ppt/notesMasters/notesMaster1.xml" Id="R3c62d69bb1654cb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159fc1748c84af0" /><Relationship Type="http://schemas.openxmlformats.org/officeDocument/2006/relationships/notesMaster" Target="/ppt/notesMasters/notesMaster1.xml" Id="R9c8cde28019c4c4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f4759356c0428a" /><Relationship Type="http://schemas.openxmlformats.org/officeDocument/2006/relationships/notesMaster" Target="/ppt/notesMasters/notesMaster1.xml" Id="Ra28dad1ec9644d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Ключевая идея: перенести внутренние рабочие процессы и их обсуждение из почтовых цепочек в общую систему учёта. Канбан-доски показывают ход обработки, карточка хранит контекст, а права определяют ответственность. Это позиционирование продукта для потребностей организации. Уникальность на всём рынке, экономия времени в процентах и полная замена email-сервера не заявляются.</a:t>
            </a:r>
          </a:p>
          <a:p xmlns:a="http://schemas.openxmlformats.org/drawingml/2006/main">
            <a:r>
              <a:t/>
            </a:r>
          </a:p>
          <a:p xmlns:a="http://schemas.openxmlformats.org/drawingml/2006/main">
            <a:r>
              <a:t>Исходники:</a:t>
            </a:r>
          </a:p>
          <a:p xmlns:a="http://schemas.openxmlformats.org/drawingml/2006/main">
            <a:r>
              <a:t>https://github.com/impossi8le/lenkanban/blob/55d2c026024c48e008543a9866db7568914364c7/README.md</a:t>
            </a:r>
          </a:p>
          <a:p xmlns:a="http://schemas.openxmlformats.org/drawingml/2006/main">
            <a:r>
              <a:t>https://github.com/impossi8le/lenkanban/blob/55d2c026024c48e008543a9866db7568914364c7/docs/REQUEST_LIFECYCLE.md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Основа — конкретные замечания пользователей: как найти счёт коллеги во время отпуска, увидеть ответ бухгалтерии, понять кто занимается заявкой и вернуть результат на доработку. Таблица описывает эти рабочие сценарии, а не универсальные недостатки любой почтовой системы. Не заявляется измеренный финансовый эффект.</a:t>
            </a:r>
          </a:p>
          <a:p xmlns:a="http://schemas.openxmlformats.org/drawingml/2006/main">
            <a:r>
              <a:t/>
            </a:r>
          </a:p>
          <a:p xmlns:a="http://schemas.openxmlformats.org/drawingml/2006/main">
            <a:r>
              <a:t>Исходники:</a:t>
            </a:r>
          </a:p>
          <a:p xmlns:a="http://schemas.openxmlformats.org/drawingml/2006/main">
            <a:r>
              <a:t>https://github.com/impossi8le/lenkanban/blob/55d2c026024c48e008543a9866db7568914364c7/docs/REQUEST_LIFECYCLE.md</a:t>
            </a:r>
          </a:p>
          <a:p xmlns:a="http://schemas.openxmlformats.org/drawingml/2006/main">
            <a:r>
              <a:t>https://github.com/impossi8le/lenkanban/blob/55d2c026024c48e008543a9866db7568914364c7/README.md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Карточка объединяет исходный запрос, обсуждение, ответственного, файлы, историю и результат. Это обеспечивает связь между коммуникацией и обработкой. Изображение — фрагмент исходного синтетического визуального теста, не рабочие данные. Автоматический импорт всех существующих email-цепочек не подразумевается.</a:t>
            </a:r>
          </a:p>
          <a:p xmlns:a="http://schemas.openxmlformats.org/drawingml/2006/main">
            <a:r>
              <a:t/>
            </a:r>
          </a:p>
          <a:p xmlns:a="http://schemas.openxmlformats.org/drawingml/2006/main">
            <a:r>
              <a:t>Исходники:</a:t>
            </a:r>
          </a:p>
          <a:p xmlns:a="http://schemas.openxmlformats.org/drawingml/2006/main">
            <a:r>
              <a:t>https://github.com/impossi8le/lenkanban/blob/55d2c026024c48e008543a9866db7568914364c7/src/components/task/TaskDetailPanel.tsx</a:t>
            </a:r>
          </a:p>
          <a:p xmlns:a="http://schemas.openxmlformats.org/drawingml/2006/main">
            <a:r>
              <a:t>https://github.com/impossi8le/lenkanban/blob/55d2c026024c48e008543a9866db7568914364c7/src/components/task/TaskChatPanel.tsx</a:t>
            </a:r>
          </a:p>
          <a:p xmlns:a="http://schemas.openxmlformats.org/drawingml/2006/main">
            <a:r>
              <a:t>https://github.com/impossi8le/lenkanban/blob/55d2c026024c48e008543a9866db7568914364c7/e2e/baselines/visual-1440-light/design-screens.spec.cjs/task-details.png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Отдел видит обращения как очередь работы. Сотрудник может найти нужное дело, открыть карточку и продолжить обработку. Изображение — учебная доска из визуальных тестов. Общая форма интерфейса не означает одинаковые бизнес-правила для всех направлений.</a:t>
            </a:r>
          </a:p>
          <a:p xmlns:a="http://schemas.openxmlformats.org/drawingml/2006/main">
            <a:r>
              <a:t/>
            </a:r>
          </a:p>
          <a:p xmlns:a="http://schemas.openxmlformats.org/drawingml/2006/main">
            <a:r>
              <a:t>Исходники:</a:t>
            </a:r>
          </a:p>
          <a:p xmlns:a="http://schemas.openxmlformats.org/drawingml/2006/main">
            <a:r>
              <a:t>https://github.com/impossi8le/lenkanban/blob/55d2c026024c48e008543a9866db7568914364c7/src/components/kanban/RequestBoardPresentation.tsx</a:t>
            </a:r>
          </a:p>
          <a:p xmlns:a="http://schemas.openxmlformats.org/drawingml/2006/main">
            <a:r>
              <a:t>https://github.com/impossi8le/lenkanban/blob/55d2c026024c48e008543a9866db7568914364c7/e2e/baselines/visual-1440-light/design-screens.spec.cjs/board-long.png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исходная задача пользователя — организовать совместную работу продаж и бухгалтерии по выставлению счёта. Несколько заказов можно описать в одном обращении без требования дублировать их в отдельном обязательном банковском блоке. Фаза со счётом не равна окончательному закрытию: заказчик подтверждает результат либо возвращает его на доработку. Роли и конкретные допустимые переходы проверяются сервером.</a:t>
            </a:r>
          </a:p>
          <a:p xmlns:a="http://schemas.openxmlformats.org/drawingml/2006/main">
            <a:r>
              <a:t/>
            </a:r>
          </a:p>
          <a:p xmlns:a="http://schemas.openxmlformats.org/drawingml/2006/main">
            <a:r>
              <a:t>Исходники:</a:t>
            </a:r>
          </a:p>
          <a:p xmlns:a="http://schemas.openxmlformats.org/drawingml/2006/main">
            <a:r>
              <a:t>https://github.com/impossi8le/lenkanban/blob/55d2c026024c48e008543a9866db7568914364c7/src/lib/task-request-marker-lifecycle.ts</a:t>
            </a:r>
          </a:p>
          <a:p xmlns:a="http://schemas.openxmlformats.org/drawingml/2006/main">
            <a:r>
              <a:t>https://github.com/impossi8le/lenkanban/blob/55d2c026024c48e008543a9866db7568914364c7/src/features/kanban/server/task-lifecycle-service.ts</a:t>
            </a:r>
          </a:p>
          <a:p xmlns:a="http://schemas.openxmlformats.org/drawingml/2006/main">
            <a:r>
              <a:t>https://github.com/impossi8le/lenkanban/blob/55d2c026024c48e008543a9866db7568914364c7/src/components/task/CreateTaskDialog.tsx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Второй пример нужен, чтобы показать широту платформы: общая карточка и система доступа поддерживают другой предметный процесс. Поддержка использует состояния обработки и уточнения, а Безнал — специальные правила подготовки и приёмки результата. Не обещается идентичный маршрут подтверждения для всех отделов или готовый универсальный no-code редактор workflow.</a:t>
            </a:r>
          </a:p>
          <a:p xmlns:a="http://schemas.openxmlformats.org/drawingml/2006/main">
            <a:r>
              <a:t/>
            </a:r>
          </a:p>
          <a:p xmlns:a="http://schemas.openxmlformats.org/drawingml/2006/main">
            <a:r>
              <a:t>Исходники:</a:t>
            </a:r>
          </a:p>
          <a:p xmlns:a="http://schemas.openxmlformats.org/drawingml/2006/main">
            <a:r>
              <a:t>https://github.com/impossi8le/lenkanban/blob/55d2c026024c48e008543a9866db7568914364c7/src/lib/project-template-catalog.ts</a:t>
            </a:r>
          </a:p>
          <a:p xmlns:a="http://schemas.openxmlformats.org/drawingml/2006/main">
            <a:r>
              <a:t>https://github.com/impossi8le/lenkanban/blob/55d2c026024c48e008543a9866db7568914364c7/src/lib/task-request-columns.ts</a:t>
            </a:r>
          </a:p>
          <a:p xmlns:a="http://schemas.openxmlformats.org/drawingml/2006/main">
            <a:r>
              <a:t>https://github.com/impossi8le/lenkanban/blob/55d2c026024c48e008543a9866db7568914364c7/src/lib/task-request-marker-lifecycle.ts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Создание организационных досок, групп, профилей полномочий и политики заявителей подтверждается organization.ts и admin API. Колонки можно создавать, переименовывать, менять порядок и цвет с проверками доступа. Есть шаблоны карточек. Эти возможности не равны визуальному конструктору любых форм и переходов. Специализированные правила Безнала сейчас реализованы кодом.</a:t>
            </a:r>
          </a:p>
          <a:p xmlns:a="http://schemas.openxmlformats.org/drawingml/2006/main">
            <a:r>
              <a:t/>
            </a:r>
          </a:p>
          <a:p xmlns:a="http://schemas.openxmlformats.org/drawingml/2006/main">
            <a:r>
              <a:t>Исходники:</a:t>
            </a:r>
          </a:p>
          <a:p xmlns:a="http://schemas.openxmlformats.org/drawingml/2006/main">
            <a:r>
              <a:t>https://github.com/impossi8le/lenkanban/blob/55d2c026024c48e008543a9866db7568914364c7/src/lib/organization.ts</a:t>
            </a:r>
          </a:p>
          <a:p xmlns:a="http://schemas.openxmlformats.org/drawingml/2006/main">
            <a:r>
              <a:t>https://github.com/impossi8le/lenkanban/blob/55d2c026024c48e008543a9866db7568914364c7/src/lib/role-grants.ts</a:t>
            </a:r>
          </a:p>
          <a:p xmlns:a="http://schemas.openxmlformats.org/drawingml/2006/main">
            <a:r>
              <a:t>https://github.com/impossi8le/lenkanban/blob/55d2c026024c48e008543a9866db7568914364c7/src/app/api/admin/organization/groups/route.ts</a:t>
            </a:r>
          </a:p>
          <a:p xmlns:a="http://schemas.openxmlformats.org/drawingml/2006/main">
            <a:r>
              <a:t>https://github.com/impossi8le/lenkanban/blob/55d2c026024c48e008543a9866db7568914364c7/src/app/api/projects/[id]/columns/route.ts</a:t>
            </a:r>
          </a:p>
          <a:p xmlns:a="http://schemas.openxmlformats.org/drawingml/2006/main">
            <a:r>
              <a:t>https://github.com/impossi8le/lenkanban/blob/55d2c026024c48e008543a9866db7568914364c7/src/app/api/templates/route.ts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Личный вклад описан по подтверждённой работе автора: инициирование продукта, формулирование требований, предметная логика, обратная связь, итерации и приёмка. Не утверждается личное написание всего кода, единоличное авторство каждой технической реализации или управление штатной командой. Для рассказа на интервью можно разобрать решение убрать лишние поля формы, сохранить общий дизайн, разделить право видеть и исполнять, а также возвращать готовый счёт на уточнение. Реализация использовала AI-инструменты.</a:t>
            </a:r>
          </a:p>
          <a:p xmlns:a="http://schemas.openxmlformats.org/drawingml/2006/main">
            <a:r>
              <a:t/>
            </a:r>
          </a:p>
          <a:p xmlns:a="http://schemas.openxmlformats.org/drawingml/2006/main">
            <a:r>
              <a:t>Исходники:</a:t>
            </a:r>
          </a:p>
          <a:p xmlns:a="http://schemas.openxmlformats.org/drawingml/2006/main">
            <a:r>
              <a:t>https://github.com/impossi8le/lenkanban/blob/55d2c026024c48e008543a9866db7568914364c7/README.md</a:t>
            </a:r>
          </a:p>
          <a:p xmlns:a="http://schemas.openxmlformats.org/drawingml/2006/main">
            <a:r>
              <a:t>https://github.com/impossi8le/lenkanban/blob/55d2c026024c48e008543a9866db7568914364c7/docs/REQUEST_LIFECYCLE.md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Стек подтверждается package.json. Next.js собирает интерфейс и HTTP API, Socket.IO работает отдельным сервером. TanStack Query управляет клиентским кэшем, Prisma описывает доступ к PostgreSQL. Файлы хранятся отдельно от бизнес-данных. Объяснять технологии через задачи продукта полезнее простого перечисления библиотек. Это связное веб-приложение с отдельным realtime-процессом, не заявленная микросервисная платформа.</a:t>
            </a:r>
          </a:p>
          <a:p xmlns:a="http://schemas.openxmlformats.org/drawingml/2006/main">
            <a:r>
              <a:t/>
            </a:r>
          </a:p>
          <a:p xmlns:a="http://schemas.openxmlformats.org/drawingml/2006/main">
            <a:r>
              <a:t>Исходники:</a:t>
            </a:r>
          </a:p>
          <a:p xmlns:a="http://schemas.openxmlformats.org/drawingml/2006/main">
            <a:r>
              <a:t>https://github.com/impossi8le/lenkanban/blob/55d2c026024c48e008543a9866db7568914364c7/package.json</a:t>
            </a:r>
          </a:p>
          <a:p xmlns:a="http://schemas.openxmlformats.org/drawingml/2006/main">
            <a:r>
              <a:t>https://github.com/impossi8le/lenkanban/blob/55d2c026024c48e008543a9866db7568914364c7/next.config.mjs</a:t>
            </a:r>
          </a:p>
          <a:p xmlns:a="http://schemas.openxmlformats.org/drawingml/2006/main">
            <a:r>
              <a:t>https://github.com/impossi8le/lenkanban/blob/55d2c026024c48e008543a9866db7568914364c7/Dockerfile</a:t>
            </a:r>
          </a:p>
          <a:p xmlns:a="http://schemas.openxmlformats.org/drawingml/2006/main">
            <a:r>
              <a:t>https://github.com/impossi8le/lenkanban/blob/55d2c026024c48e008543a9866db7568914364c7/src/lib/attachments/runtime.ts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достаточно выбрать один кейс для технического углубления. Lifecycle использует expectedVersion, CAS, operationId, транзакционные блокировки, Activity и durable receipt. Уведомления подтверждают actor-bound подписанный снимок с digest точного видимого набора событий. Новый набор делает ACK устаревшим. Запись БД и доставка realtime имеют разные границы надёжности, exactly-once delivery всей системы не обещается.</a:t>
            </a:r>
          </a:p>
          <a:p xmlns:a="http://schemas.openxmlformats.org/drawingml/2006/main">
            <a:r>
              <a:t/>
            </a:r>
          </a:p>
          <a:p xmlns:a="http://schemas.openxmlformats.org/drawingml/2006/main">
            <a:r>
              <a:t>Исходники:</a:t>
            </a:r>
          </a:p>
          <a:p xmlns:a="http://schemas.openxmlformats.org/drawingml/2006/main">
            <a:r>
              <a:t>https://github.com/impossi8le/lenkanban/blob/55d2c026024c48e008543a9866db7568914364c7/src/features/kanban/server/task-lifecycle-service.ts</a:t>
            </a:r>
          </a:p>
          <a:p xmlns:a="http://schemas.openxmlformats.org/drawingml/2006/main">
            <a:r>
              <a:t>https://github.com/impossi8le/lenkanban/blob/55d2c026024c48e008543a9866db7568914364c7/src/lib/access-policy.ts</a:t>
            </a:r>
          </a:p>
          <a:p xmlns:a="http://schemas.openxmlformats.org/drawingml/2006/main">
            <a:r>
              <a:t>https://github.com/impossi8le/lenkanban/blob/55d2c026024c48e008543a9866db7568914364c7/src/lib/task-change-snapshot.ts</a:t>
            </a:r>
          </a:p>
          <a:p xmlns:a="http://schemas.openxmlformats.org/drawingml/2006/main">
            <a:r>
              <a:t>https://github.com/impossi8le/lenkanban/blob/55d2c026024c48e008543a9866db7568914364c7/src/hooks/useTaskChangeViewed.ts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 механизмы пользы, а не результаты измеренного ROI. Единый контекст уменьшает необходимость вручную сопоставлять письма. Ответственный и состояние делают передачу работы явной. Общая видимость с учётом прав помогает замещению сотрудников и самостоятельному поиску результата. Наличие системы само по себе не гарантирует дисциплину исполнения или соблюдение сроков.</a:t>
            </a:r>
          </a:p>
          <a:p xmlns:a="http://schemas.openxmlformats.org/drawingml/2006/main">
            <a:r>
              <a:t/>
            </a:r>
          </a:p>
          <a:p xmlns:a="http://schemas.openxmlformats.org/drawingml/2006/main">
            <a:r>
              <a:t>Исходники:</a:t>
            </a:r>
          </a:p>
          <a:p xmlns:a="http://schemas.openxmlformats.org/drawingml/2006/main">
            <a:r>
              <a:t>https://github.com/impossi8le/lenkanban/blob/55d2c026024c48e008543a9866db7568914364c7/README.md</a:t>
            </a:r>
          </a:p>
          <a:p xmlns:a="http://schemas.openxmlformats.org/drawingml/2006/main">
            <a:r>
              <a:t>https://github.com/impossi8le/lenkanban/blob/55d2c026024c48e008543a9866db7568914364c7/src/lib/search-context.ts</a:t>
            </a:r>
          </a:p>
          <a:p xmlns:a="http://schemas.openxmlformats.org/drawingml/2006/main">
            <a:r>
              <a:t>https://github.com/impossi8le/lenkanban/blob/55d2c026024c48e008543a9866db7568914364c7/src/lib/task-search.ts</a:t>
            </a:r>
          </a:p>
          <a:p xmlns:a="http://schemas.openxmlformats.org/drawingml/2006/main">
            <a:r>
              <a:t>https://github.com/impossi8le/lenkanban/blob/55d2c026024c48e008543a9866db7568914364c7/src/lib/activity-logger.ts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Фактическое преимущество: опубликованы полные исходники приложения, схема, миграции, тесты и сборочные инструменты. Публичность позволяет изучать реализацию и оценивать её до внедрения. Владелец исходного проекта контролирует его развитие и эксплуатацию. При этом публичный репозиторий сам по себе не является open-source лицензией: на дату подготовки LICENSE не выбран. Поэтому не обещаются свободное коммерческое использование, распространение или изменение третьими лицами. Формальная открытая лицензия — следующий шаг. Определение: https://opensource.org/osd .</a:t>
            </a:r>
          </a:p>
          <a:p xmlns:a="http://schemas.openxmlformats.org/drawingml/2006/main">
            <a:r>
              <a:t/>
            </a:r>
          </a:p>
          <a:p xmlns:a="http://schemas.openxmlformats.org/drawingml/2006/main">
            <a:r>
              <a:t>Исходники:</a:t>
            </a:r>
          </a:p>
          <a:p xmlns:a="http://schemas.openxmlformats.org/drawingml/2006/main">
            <a:r>
              <a:t>https://github.com/impossi8le/lenkanban/blob/55d2c026024c48e008543a9866db7568914364c7/README.md</a:t>
            </a:r>
          </a:p>
          <a:p xmlns:a="http://schemas.openxmlformats.org/drawingml/2006/main">
            <a:r>
              <a:t>https://github.com/impossi8le/lenkanban/blob/55d2c026024c48e008543a9866db7568914364c7/docs/PUBLIC_SOURCE.md</a:t>
            </a:r>
          </a:p>
          <a:p xmlns:a="http://schemas.openxmlformats.org/drawingml/2006/main">
            <a:r>
              <a:t>https://github.com/impossi8le/lenkanban/blob/55d2c026024c48e008543a9866db7568914364c7/package.json</a:t>
            </a:r>
          </a:p>
          <a:p xmlns:a="http://schemas.openxmlformats.org/drawingml/2006/main">
            <a:r>
              <a:t>https://github.com/impossi8le/lenkanban/blob/55d2c026024c48e008543a9866db7568914364c7/prisma/schema.prisma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Граница продукта важна для доверия работодателя. Уже есть реальная система обращений с несколькими процессами и общими механизмами. Нет доказанного универсального конструктора любых custom forms/workflow, автоматического переноса всей деловой почты или измеренного бизнес-эффекта. Публичный README отмечает отсутствие готового seed/first-admin bootstrap и неполную canonical visual-матрицу. Публичность кода и юридический open-source статус различаются, лицензия пока не выбрана.</a:t>
            </a:r>
          </a:p>
          <a:p xmlns:a="http://schemas.openxmlformats.org/drawingml/2006/main">
            <a:r>
              <a:t/>
            </a:r>
          </a:p>
          <a:p xmlns:a="http://schemas.openxmlformats.org/drawingml/2006/main">
            <a:r>
              <a:t>Исходники:</a:t>
            </a:r>
          </a:p>
          <a:p xmlns:a="http://schemas.openxmlformats.org/drawingml/2006/main">
            <a:r>
              <a:t>https://github.com/impossi8le/lenkanban/blob/55d2c026024c48e008543a9866db7568914364c7/README.md</a:t>
            </a:r>
          </a:p>
          <a:p xmlns:a="http://schemas.openxmlformats.org/drawingml/2006/main">
            <a:r>
              <a:t>https://github.com/impossi8le/lenkanban/blob/55d2c026024c48e008543a9866db7568914364c7/docs/PUBLIC_SOURCE.md</a:t>
            </a:r>
          </a:p>
          <a:p xmlns:a="http://schemas.openxmlformats.org/drawingml/2006/main">
            <a:r>
              <a:t>https://github.com/impossi8le/lenkanban/blob/55d2c026024c48e008543a9866db7568914364c7/src/lib/project-template-catalog.ts</a:t>
            </a:r>
          </a:p>
          <a:p xmlns:a="http://schemas.openxmlformats.org/drawingml/2006/main">
            <a:r>
              <a:t>https://github.com/impossi8le/lenkanban/blob/55d2c026024c48e008543a9866db7568914364c7/src/lib/organization.ts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Закрытие для работодателя: мой вклад — превратить рабочие потребности сотрудников в требования к продукту, уточнить роли и сценарии, вести итерации с AI-инструментами и проверять результат. Техническая часть поддерживает предметные правила и общую историю обработки. На интервью предложить разобрать Безнал ОП от создания обращения до приёмки результата, затем открыть lifecycle service и соответствующие тесты.</a:t>
            </a:r>
          </a:p>
          <a:p xmlns:a="http://schemas.openxmlformats.org/drawingml/2006/main">
            <a:r>
              <a:t/>
            </a:r>
          </a:p>
          <a:p xmlns:a="http://schemas.openxmlformats.org/drawingml/2006/main">
            <a:r>
              <a:t>Исходники:</a:t>
            </a:r>
          </a:p>
          <a:p xmlns:a="http://schemas.openxmlformats.org/drawingml/2006/main">
            <a:r>
              <a:t>https://github.com/impossi8le/lenkanban/blob/55d2c026024c48e008543a9866db7568914364c7/README.md</a:t>
            </a:r>
          </a:p>
          <a:p xmlns:a="http://schemas.openxmlformats.org/drawingml/2006/main">
            <a:r>
              <a:t>https://github.com/impossi8le/lenkanban/blob/55d2c026024c48e008543a9866db7568914364c7/src/features/kanban/server/task-lifecycle-service.ts</a:t>
            </a:r>
          </a:p>
          <a:p xmlns:a="http://schemas.openxmlformats.org/drawingml/2006/main">
            <a:r>
              <a:t>https://github.com/impossi8le/lenkanban/blob/55d2c026024c48e008543a9866db7568914364c7/src/lib/task-request-marker-lifecycle.ts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836af4762048c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7799c7aaed43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eb8270257f42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8a52021f08e44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a164cf4498c42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506045459044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9051C6-D5D3-4A1C-B545-7595FAD9072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27FBA11-1225-4524-A924-3F8CC736D45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3C34BA6-B2AB-45B9-B276-0A63554226A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F955DF-8F0E-49E9-A8F3-05BA9D1DDB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7ACB29-6880-40CC-AE76-1AD4AA7F57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D99D03F-38E4-47F5-8A48-4B25E1CBE0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028337-8453-44A2-9F46-BF2D0567DE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61D431-A401-4BF5-9C5E-BFDA7C705C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5B661A-1AAC-47BB-8612-AD6AFDF2B7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8BF22C-662B-451F-A472-3EC2B0E7C82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d372e0cc3c4c98" /><Relationship Type="http://schemas.openxmlformats.org/officeDocument/2006/relationships/slideLayout" Target="/ppt/slideLayouts/slideLayout1.xml" Id="R2583851942524feb" /><Relationship Type="http://schemas.openxmlformats.org/officeDocument/2006/relationships/slideLayout" Target="/ppt/slideLayouts/slideLayout2.xml" Id="R60123b47235d458c" /><Relationship Type="http://schemas.openxmlformats.org/officeDocument/2006/relationships/slideLayout" Target="/ppt/slideLayouts/slideLayout3.xml" Id="Rdf14f86af46040f6" /><Relationship Type="http://schemas.openxmlformats.org/officeDocument/2006/relationships/slideLayout" Target="/ppt/slideLayouts/slideLayout4.xml" Id="R8cf43a14481346d8" /><Relationship Type="http://schemas.openxmlformats.org/officeDocument/2006/relationships/slideLayout" Target="/ppt/slideLayouts/slideLayout5.xml" Id="R1ef6f87b86444f59" /><Relationship Type="http://schemas.openxmlformats.org/officeDocument/2006/relationships/slideLayout" Target="/ppt/slideLayouts/slideLayout6.xml" Id="R44880ba2fc4d4f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83851942524feb"/>
    <p:sldLayoutId xmlns:r="http://schemas.openxmlformats.org/officeDocument/2006/relationships" id="2147483650" r:id="R60123b47235d458c"/>
    <p:sldLayoutId xmlns:r="http://schemas.openxmlformats.org/officeDocument/2006/relationships" id="2147483651" r:id="Rdf14f86af46040f6"/>
    <p:sldLayoutId xmlns:r="http://schemas.openxmlformats.org/officeDocument/2006/relationships" id="2147483652" r:id="R8cf43a14481346d8"/>
    <p:sldLayoutId xmlns:r="http://schemas.openxmlformats.org/officeDocument/2006/relationships" id="2147483653" r:id="R1ef6f87b86444f59"/>
    <p:sldLayoutId xmlns:r="http://schemas.openxmlformats.org/officeDocument/2006/relationships" id="2147483654" r:id="R44880ba2fc4d4f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ba44895b9a4339" /><Relationship Type="http://schemas.openxmlformats.org/officeDocument/2006/relationships/notesSlide" Target="/ppt/notesSlides/notesSlide1.xml" Id="R6b73e987a50a46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ecdc9b296744e91" /><Relationship Type="http://schemas.openxmlformats.org/officeDocument/2006/relationships/notesSlide" Target="/ppt/notesSlides/notesSlide2.xml" Id="Rb698373d141f4f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4c0d07b257e4c55" /><Relationship Type="http://schemas.openxmlformats.org/officeDocument/2006/relationships/image" Target="/ppt/media/image.png" Id="Rdfebc48d43984bab" /><Relationship Type="http://schemas.openxmlformats.org/officeDocument/2006/relationships/notesSlide" Target="/ppt/notesSlides/notesSlide3.xml" Id="R722d2d99e1bb4b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464b86055c24949" /><Relationship Type="http://schemas.openxmlformats.org/officeDocument/2006/relationships/image" Target="/ppt/media/image2.png" Id="Rf5f74475a14e45da" /><Relationship Type="http://schemas.openxmlformats.org/officeDocument/2006/relationships/notesSlide" Target="/ppt/notesSlides/notesSlide4.xml" Id="R9b7a2463144e4a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54c7c9050e849a2" /><Relationship Type="http://schemas.openxmlformats.org/officeDocument/2006/relationships/notesSlide" Target="/ppt/notesSlides/notesSlide5.xml" Id="R6b6abeffa1e74c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f5f099bd97047f2" /><Relationship Type="http://schemas.openxmlformats.org/officeDocument/2006/relationships/notesSlide" Target="/ppt/notesSlides/notesSlide6.xml" Id="R25494e3fd2e843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97f4bf5704b41db" /><Relationship Type="http://schemas.openxmlformats.org/officeDocument/2006/relationships/notesSlide" Target="/ppt/notesSlides/notesSlide7.xml" Id="R9e57e902b6114a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af51b6640f0413f" /><Relationship Type="http://schemas.openxmlformats.org/officeDocument/2006/relationships/notesSlide" Target="/ppt/notesSlides/notesSlide8.xml" Id="R977aa5abebfd4e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36e9e8869824fbe" /><Relationship Type="http://schemas.openxmlformats.org/officeDocument/2006/relationships/notesSlide" Target="/ppt/notesSlides/notesSlide9.xml" Id="Re5fa2fa5f49b4f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d4acb09be6c4fc4" /><Relationship Type="http://schemas.openxmlformats.org/officeDocument/2006/relationships/notesSlide" Target="/ppt/notesSlides/notesSlide10.xml" Id="Rdaea9159298640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88fd914ba484f42" /><Relationship Type="http://schemas.openxmlformats.org/officeDocument/2006/relationships/notesSlide" Target="/ppt/notesSlides/notesSlide11.xml" Id="R27be2e55f51742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5f4859633c647e4" /><Relationship Type="http://schemas.openxmlformats.org/officeDocument/2006/relationships/hyperlink" Target="https://github.com/impossi8le/lenkanban" TargetMode="External" Id="R9a4f6042ff794f5b" /><Relationship Type="http://schemas.openxmlformats.org/officeDocument/2006/relationships/notesSlide" Target="/ppt/notesSlides/notesSlide12.xml" Id="Rf121297453214c7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0d2340c45e644e5" /><Relationship Type="http://schemas.openxmlformats.org/officeDocument/2006/relationships/notesSlide" Target="/ppt/notesSlides/notesSlide13.xml" Id="R0b01384fdc554fb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7722d88f72c4b65" /><Relationship Type="http://schemas.openxmlformats.org/officeDocument/2006/relationships/hyperlink" Target="https://github.com/impossi8le/lenkanban" TargetMode="External" Id="R885cfd637d7548c8" /><Relationship Type="http://schemas.openxmlformats.org/officeDocument/2006/relationships/notesSlide" Target="/ppt/notesSlides/notesSlide14.xml" Id="R5359c84086f94296" /></Relationships>
</file>

<file path=ppt/slides/slide1.xml><?xml version="1.0" encoding="utf-8"?>
<p:sld xmlns:p="http://schemas.openxmlformats.org/presentationml/2006/main">
  <p:cSld>
    <p:bg>
      <p:bgPr>
        <a:solidFill xmlns:a="http://schemas.openxmlformats.org/drawingml/2006/main">
          <a:srgbClr val="0C2446"/>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AF1E2932-32A0-4A1B-8FF4-28D28214E86D}"/>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C7DBFA"/>
                </a:solidFill>
                <a:latin typeface="Arial"/>
                <a:ea typeface="Arial"/>
                <a:cs typeface="Arial"/>
              </a:defRPr>
            </a:defPPr>
            <a:lvl1pPr>
              <a:defRPr sz="1275" b="0">
                <a:solidFill>
                  <a:srgbClr val="C7DBFA"/>
                </a:solidFill>
                <a:latin typeface="Arial"/>
                <a:ea typeface="Arial"/>
                <a:cs typeface="Arial"/>
              </a:defRPr>
            </a:lvl1pPr>
            <a:lvl2pPr>
              <a:defRPr sz="1275" b="0">
                <a:solidFill>
                  <a:srgbClr val="C7DBFA"/>
                </a:solidFill>
                <a:latin typeface="Arial"/>
                <a:ea typeface="Arial"/>
                <a:cs typeface="Arial"/>
              </a:defRPr>
            </a:lvl2pPr>
            <a:lvl3pPr>
              <a:defRPr sz="1275" b="0">
                <a:solidFill>
                  <a:srgbClr val="C7DBFA"/>
                </a:solidFill>
                <a:latin typeface="Arial"/>
                <a:ea typeface="Arial"/>
                <a:cs typeface="Arial"/>
              </a:defRPr>
            </a:lvl3pPr>
            <a:lvl4pPr>
              <a:defRPr sz="1275" b="0">
                <a:solidFill>
                  <a:srgbClr val="C7DBFA"/>
                </a:solidFill>
                <a:latin typeface="Arial"/>
                <a:ea typeface="Arial"/>
                <a:cs typeface="Arial"/>
              </a:defRPr>
            </a:lvl4pPr>
            <a:lvl5pPr>
              <a:defRPr sz="1275" b="0">
                <a:solidFill>
                  <a:srgbClr val="C7DBFA"/>
                </a:solidFill>
                <a:latin typeface="Arial"/>
                <a:ea typeface="Arial"/>
                <a:cs typeface="Arial"/>
              </a:defRPr>
            </a:lvl5pPr>
            <a:lvl6pPr>
              <a:defRPr sz="1275" b="0">
                <a:solidFill>
                  <a:srgbClr val="C7DBFA"/>
                </a:solidFill>
                <a:latin typeface="Arial"/>
                <a:ea typeface="Arial"/>
                <a:cs typeface="Arial"/>
              </a:defRPr>
            </a:lvl6pPr>
            <a:lvl7pPr>
              <a:defRPr sz="1275" b="0">
                <a:solidFill>
                  <a:srgbClr val="C7DBFA"/>
                </a:solidFill>
                <a:latin typeface="Arial"/>
                <a:ea typeface="Arial"/>
                <a:cs typeface="Arial"/>
              </a:defRPr>
            </a:lvl7pPr>
            <a:lvl8pPr>
              <a:defRPr sz="1275" b="0">
                <a:solidFill>
                  <a:srgbClr val="C7DBFA"/>
                </a:solidFill>
                <a:latin typeface="Arial"/>
                <a:ea typeface="Arial"/>
                <a:cs typeface="Arial"/>
              </a:defRPr>
            </a:lvl8pPr>
            <a:lvl9pPr>
              <a:defRPr sz="1275" b="0">
                <a:solidFill>
                  <a:srgbClr val="C7DBFA"/>
                </a:solidFill>
                <a:latin typeface="Arial"/>
                <a:ea typeface="Arial"/>
                <a:cs typeface="Arial"/>
              </a:defRPr>
            </a:lvl9pPr>
          </a:lstStyle>
          <a:p xmlns:a="http://schemas.openxmlformats.org/drawingml/2006/main">
            <a:pPr>
              <a:defRPr sz="1275" b="0">
                <a:solidFill>
                  <a:srgbClr val="C7DBFA"/>
                </a:solidFill>
                <a:latin typeface="Arial"/>
                <a:ea typeface="Arial"/>
                <a:cs typeface="Arial"/>
              </a:defRPr>
            </a:pPr>
            <a:r>
              <a:rPr sz="1275" b="0">
                <a:solidFill>
                  <a:srgbClr val="C7DBFA"/>
                </a:solidFill>
                <a:latin typeface="Arial"/>
                <a:ea typeface="Arial"/>
                <a:cs typeface="Arial"/>
              </a:rPr>
              <a:t>01</a:t>
            </a:r>
          </a:p>
        </p:txBody>
      </p:sp>
      <p:sp>
        <p:nvSpPr>
          <p:cNvPr id="2" name="text-2">
            <a:extLst xmlns:a="http://schemas.openxmlformats.org/drawingml/2006/main">
              <a:ext uri="{FF2B5EF4-FFF2-40B4-BE49-F238E27FC236}">
                <a16:creationId xmlns:a16="http://schemas.microsoft.com/office/drawing/2014/main" id="{A8652116-CA61-4BAE-B479-672E5522A3F1}"/>
              </a:ext>
            </a:extLst>
          </p:cNvPr>
          <p:cNvSpPr>
            <a:spLocks xmlns:a="http://schemas.openxmlformats.org/drawingml/2006/main" noGrp="1"/>
          </p:cNvSpPr>
          <p:nvPr/>
        </p:nvSpPr>
        <p:spPr>
          <a:xfrm xmlns:a="http://schemas.openxmlformats.org/drawingml/2006/main">
            <a:off x="723900" y="8382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F2C94C"/>
                </a:solidFill>
                <a:latin typeface="Arial"/>
                <a:ea typeface="Arial"/>
                <a:cs typeface="Arial"/>
              </a:defRPr>
            </a:defPPr>
            <a:lvl1pPr>
              <a:defRPr sz="1875" b="0">
                <a:solidFill>
                  <a:srgbClr val="F2C94C"/>
                </a:solidFill>
                <a:latin typeface="Arial"/>
                <a:ea typeface="Arial"/>
                <a:cs typeface="Arial"/>
              </a:defRPr>
            </a:lvl1pPr>
            <a:lvl2pPr>
              <a:defRPr sz="1875" b="0">
                <a:solidFill>
                  <a:srgbClr val="F2C94C"/>
                </a:solidFill>
                <a:latin typeface="Arial"/>
                <a:ea typeface="Arial"/>
                <a:cs typeface="Arial"/>
              </a:defRPr>
            </a:lvl2pPr>
            <a:lvl3pPr>
              <a:defRPr sz="1875" b="0">
                <a:solidFill>
                  <a:srgbClr val="F2C94C"/>
                </a:solidFill>
                <a:latin typeface="Arial"/>
                <a:ea typeface="Arial"/>
                <a:cs typeface="Arial"/>
              </a:defRPr>
            </a:lvl3pPr>
            <a:lvl4pPr>
              <a:defRPr sz="1875" b="0">
                <a:solidFill>
                  <a:srgbClr val="F2C94C"/>
                </a:solidFill>
                <a:latin typeface="Arial"/>
                <a:ea typeface="Arial"/>
                <a:cs typeface="Arial"/>
              </a:defRPr>
            </a:lvl4pPr>
            <a:lvl5pPr>
              <a:defRPr sz="1875" b="0">
                <a:solidFill>
                  <a:srgbClr val="F2C94C"/>
                </a:solidFill>
                <a:latin typeface="Arial"/>
                <a:ea typeface="Arial"/>
                <a:cs typeface="Arial"/>
              </a:defRPr>
            </a:lvl5pPr>
            <a:lvl6pPr>
              <a:defRPr sz="1875" b="0">
                <a:solidFill>
                  <a:srgbClr val="F2C94C"/>
                </a:solidFill>
                <a:latin typeface="Arial"/>
                <a:ea typeface="Arial"/>
                <a:cs typeface="Arial"/>
              </a:defRPr>
            </a:lvl6pPr>
            <a:lvl7pPr>
              <a:defRPr sz="1875" b="0">
                <a:solidFill>
                  <a:srgbClr val="F2C94C"/>
                </a:solidFill>
                <a:latin typeface="Arial"/>
                <a:ea typeface="Arial"/>
                <a:cs typeface="Arial"/>
              </a:defRPr>
            </a:lvl7pPr>
            <a:lvl8pPr>
              <a:defRPr sz="1875" b="0">
                <a:solidFill>
                  <a:srgbClr val="F2C94C"/>
                </a:solidFill>
                <a:latin typeface="Arial"/>
                <a:ea typeface="Arial"/>
                <a:cs typeface="Arial"/>
              </a:defRPr>
            </a:lvl8pPr>
            <a:lvl9pPr>
              <a:defRPr sz="1875" b="0">
                <a:solidFill>
                  <a:srgbClr val="F2C94C"/>
                </a:solidFill>
                <a:latin typeface="Arial"/>
                <a:ea typeface="Arial"/>
                <a:cs typeface="Arial"/>
              </a:defRPr>
            </a:lvl9pPr>
          </a:lstStyle>
          <a:p xmlns:a="http://schemas.openxmlformats.org/drawingml/2006/main">
            <a:pPr>
              <a:defRPr sz="1875" b="0">
                <a:solidFill>
                  <a:srgbClr val="F2C94C"/>
                </a:solidFill>
                <a:latin typeface="Arial"/>
                <a:ea typeface="Arial"/>
                <a:cs typeface="Arial"/>
              </a:defRPr>
            </a:pPr>
            <a:r>
              <a:rPr sz="1875" b="0">
                <a:solidFill>
                  <a:srgbClr val="F2C94C"/>
                </a:solidFill>
                <a:latin typeface="Arial"/>
                <a:ea typeface="Arial"/>
                <a:cs typeface="Arial"/>
              </a:rPr>
              <a:t>Кейс продукта</a:t>
            </a:r>
          </a:p>
        </p:txBody>
      </p:sp>
      <p:sp>
        <p:nvSpPr>
          <p:cNvPr id="3" name="text-3">
            <a:extLst xmlns:a="http://schemas.openxmlformats.org/drawingml/2006/main">
              <a:ext uri="{FF2B5EF4-FFF2-40B4-BE49-F238E27FC236}">
                <a16:creationId xmlns:a16="http://schemas.microsoft.com/office/drawing/2014/main" id="{76E57AC1-69AB-4496-9C13-C2E5596B4471}"/>
              </a:ext>
            </a:extLst>
          </p:cNvPr>
          <p:cNvSpPr>
            <a:spLocks xmlns:a="http://schemas.openxmlformats.org/drawingml/2006/main" noGrp="1"/>
          </p:cNvSpPr>
          <p:nvPr/>
        </p:nvSpPr>
        <p:spPr>
          <a:xfrm xmlns:a="http://schemas.openxmlformats.org/drawingml/2006/main">
            <a:off x="685800" y="1952625"/>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700" b="1">
                <a:solidFill>
                  <a:srgbClr val="FFFFFF"/>
                </a:solidFill>
                <a:latin typeface="Arial"/>
                <a:ea typeface="Arial"/>
                <a:cs typeface="Arial"/>
              </a:defRPr>
            </a:defPPr>
            <a:lvl1pPr>
              <a:defRPr sz="5700" b="1">
                <a:solidFill>
                  <a:srgbClr val="FFFFFF"/>
                </a:solidFill>
                <a:latin typeface="Arial"/>
                <a:ea typeface="Arial"/>
                <a:cs typeface="Arial"/>
              </a:defRPr>
            </a:lvl1pPr>
            <a:lvl2pPr>
              <a:defRPr sz="5700" b="1">
                <a:solidFill>
                  <a:srgbClr val="FFFFFF"/>
                </a:solidFill>
                <a:latin typeface="Arial"/>
                <a:ea typeface="Arial"/>
                <a:cs typeface="Arial"/>
              </a:defRPr>
            </a:lvl2pPr>
            <a:lvl3pPr>
              <a:defRPr sz="5700" b="1">
                <a:solidFill>
                  <a:srgbClr val="FFFFFF"/>
                </a:solidFill>
                <a:latin typeface="Arial"/>
                <a:ea typeface="Arial"/>
                <a:cs typeface="Arial"/>
              </a:defRPr>
            </a:lvl3pPr>
            <a:lvl4pPr>
              <a:defRPr sz="5700" b="1">
                <a:solidFill>
                  <a:srgbClr val="FFFFFF"/>
                </a:solidFill>
                <a:latin typeface="Arial"/>
                <a:ea typeface="Arial"/>
                <a:cs typeface="Arial"/>
              </a:defRPr>
            </a:lvl4pPr>
            <a:lvl5pPr>
              <a:defRPr sz="5700" b="1">
                <a:solidFill>
                  <a:srgbClr val="FFFFFF"/>
                </a:solidFill>
                <a:latin typeface="Arial"/>
                <a:ea typeface="Arial"/>
                <a:cs typeface="Arial"/>
              </a:defRPr>
            </a:lvl5pPr>
            <a:lvl6pPr>
              <a:defRPr sz="5700" b="1">
                <a:solidFill>
                  <a:srgbClr val="FFFFFF"/>
                </a:solidFill>
                <a:latin typeface="Arial"/>
                <a:ea typeface="Arial"/>
                <a:cs typeface="Arial"/>
              </a:defRPr>
            </a:lvl6pPr>
            <a:lvl7pPr>
              <a:defRPr sz="5700" b="1">
                <a:solidFill>
                  <a:srgbClr val="FFFFFF"/>
                </a:solidFill>
                <a:latin typeface="Arial"/>
                <a:ea typeface="Arial"/>
                <a:cs typeface="Arial"/>
              </a:defRPr>
            </a:lvl7pPr>
            <a:lvl8pPr>
              <a:defRPr sz="5700" b="1">
                <a:solidFill>
                  <a:srgbClr val="FFFFFF"/>
                </a:solidFill>
                <a:latin typeface="Arial"/>
                <a:ea typeface="Arial"/>
                <a:cs typeface="Arial"/>
              </a:defRPr>
            </a:lvl8pPr>
            <a:lvl9pPr>
              <a:defRPr sz="5700" b="1">
                <a:solidFill>
                  <a:srgbClr val="FFFFFF"/>
                </a:solidFill>
                <a:latin typeface="Arial"/>
                <a:ea typeface="Arial"/>
                <a:cs typeface="Arial"/>
              </a:defRPr>
            </a:lvl9pPr>
          </a:lstStyle>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Ленканбан</a:t>
            </a:r>
          </a:p>
        </p:txBody>
      </p:sp>
      <p:sp>
        <p:nvSpPr>
          <p:cNvPr id="4" name="text-4">
            <a:extLst xmlns:a="http://schemas.openxmlformats.org/drawingml/2006/main">
              <a:ext uri="{FF2B5EF4-FFF2-40B4-BE49-F238E27FC236}">
                <a16:creationId xmlns:a16="http://schemas.microsoft.com/office/drawing/2014/main" id="{89FF6E34-E153-4658-AC0B-613267AE89A6}"/>
              </a:ext>
            </a:extLst>
          </p:cNvPr>
          <p:cNvSpPr>
            <a:spLocks xmlns:a="http://schemas.openxmlformats.org/drawingml/2006/main" noGrp="1"/>
          </p:cNvSpPr>
          <p:nvPr/>
        </p:nvSpPr>
        <p:spPr>
          <a:xfrm xmlns:a="http://schemas.openxmlformats.org/drawingml/2006/main">
            <a:off x="733425" y="3171825"/>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0">
                <a:solidFill>
                  <a:srgbClr val="C7DBFA"/>
                </a:solidFill>
                <a:latin typeface="Arial"/>
                <a:ea typeface="Arial"/>
                <a:cs typeface="Arial"/>
              </a:defRPr>
            </a:defPPr>
            <a:lvl1pPr>
              <a:defRPr sz="3225" b="0">
                <a:solidFill>
                  <a:srgbClr val="C7DBFA"/>
                </a:solidFill>
                <a:latin typeface="Arial"/>
                <a:ea typeface="Arial"/>
                <a:cs typeface="Arial"/>
              </a:defRPr>
            </a:lvl1pPr>
            <a:lvl2pPr>
              <a:defRPr sz="3225" b="0">
                <a:solidFill>
                  <a:srgbClr val="C7DBFA"/>
                </a:solidFill>
                <a:latin typeface="Arial"/>
                <a:ea typeface="Arial"/>
                <a:cs typeface="Arial"/>
              </a:defRPr>
            </a:lvl2pPr>
            <a:lvl3pPr>
              <a:defRPr sz="3225" b="0">
                <a:solidFill>
                  <a:srgbClr val="C7DBFA"/>
                </a:solidFill>
                <a:latin typeface="Arial"/>
                <a:ea typeface="Arial"/>
                <a:cs typeface="Arial"/>
              </a:defRPr>
            </a:lvl3pPr>
            <a:lvl4pPr>
              <a:defRPr sz="3225" b="0">
                <a:solidFill>
                  <a:srgbClr val="C7DBFA"/>
                </a:solidFill>
                <a:latin typeface="Arial"/>
                <a:ea typeface="Arial"/>
                <a:cs typeface="Arial"/>
              </a:defRPr>
            </a:lvl4pPr>
            <a:lvl5pPr>
              <a:defRPr sz="3225" b="0">
                <a:solidFill>
                  <a:srgbClr val="C7DBFA"/>
                </a:solidFill>
                <a:latin typeface="Arial"/>
                <a:ea typeface="Arial"/>
                <a:cs typeface="Arial"/>
              </a:defRPr>
            </a:lvl5pPr>
            <a:lvl6pPr>
              <a:defRPr sz="3225" b="0">
                <a:solidFill>
                  <a:srgbClr val="C7DBFA"/>
                </a:solidFill>
                <a:latin typeface="Arial"/>
                <a:ea typeface="Arial"/>
                <a:cs typeface="Arial"/>
              </a:defRPr>
            </a:lvl6pPr>
            <a:lvl7pPr>
              <a:defRPr sz="3225" b="0">
                <a:solidFill>
                  <a:srgbClr val="C7DBFA"/>
                </a:solidFill>
                <a:latin typeface="Arial"/>
                <a:ea typeface="Arial"/>
                <a:cs typeface="Arial"/>
              </a:defRPr>
            </a:lvl7pPr>
            <a:lvl8pPr>
              <a:defRPr sz="3225" b="0">
                <a:solidFill>
                  <a:srgbClr val="C7DBFA"/>
                </a:solidFill>
                <a:latin typeface="Arial"/>
                <a:ea typeface="Arial"/>
                <a:cs typeface="Arial"/>
              </a:defRPr>
            </a:lvl8pPr>
            <a:lvl9pPr>
              <a:defRPr sz="3225" b="0">
                <a:solidFill>
                  <a:srgbClr val="C7DBFA"/>
                </a:solidFill>
                <a:latin typeface="Arial"/>
                <a:ea typeface="Arial"/>
                <a:cs typeface="Arial"/>
              </a:defRPr>
            </a:lvl9pPr>
          </a:lstStyle>
          <a:p xmlns:a="http://schemas.openxmlformats.org/drawingml/2006/main">
            <a:pPr>
              <a:defRPr sz="3225" b="0">
                <a:solidFill>
                  <a:srgbClr val="C7DBFA"/>
                </a:solidFill>
                <a:latin typeface="Arial"/>
                <a:ea typeface="Arial"/>
                <a:cs typeface="Arial"/>
              </a:defRPr>
            </a:pPr>
            <a:r>
              <a:rPr sz="3225" b="0">
                <a:solidFill>
                  <a:srgbClr val="C7DBFA"/>
                </a:solidFill>
                <a:latin typeface="Arial"/>
                <a:ea typeface="Arial"/>
                <a:cs typeface="Arial"/>
              </a:rPr>
              <a:t>Бизнес-процессы отделов</a:t>
            </a:r>
          </a:p>
          <a:p xmlns:a="http://schemas.openxmlformats.org/drawingml/2006/main">
            <a:pPr>
              <a:defRPr sz="3225" b="0">
                <a:solidFill>
                  <a:srgbClr val="C7DBFA"/>
                </a:solidFill>
                <a:latin typeface="Arial"/>
                <a:ea typeface="Arial"/>
                <a:cs typeface="Arial"/>
              </a:defRPr>
            </a:pPr>
            <a:r>
              <a:rPr sz="3225" b="0">
                <a:solidFill>
                  <a:srgbClr val="C7DBFA"/>
                </a:solidFill>
                <a:latin typeface="Arial"/>
                <a:ea typeface="Arial"/>
                <a:cs typeface="Arial"/>
              </a:rPr>
              <a:t>в единой системе</a:t>
            </a:r>
          </a:p>
        </p:txBody>
      </p:sp>
      <p:sp>
        <p:nvSpPr>
          <p:cNvPr id="5" name="text-5">
            <a:extLst xmlns:a="http://schemas.openxmlformats.org/drawingml/2006/main">
              <a:ext uri="{FF2B5EF4-FFF2-40B4-BE49-F238E27FC236}">
                <a16:creationId xmlns:a16="http://schemas.microsoft.com/office/drawing/2014/main" id="{CEB795B0-05AB-4738-8096-734C201CE53A}"/>
              </a:ext>
            </a:extLst>
          </p:cNvPr>
          <p:cNvSpPr>
            <a:spLocks xmlns:a="http://schemas.openxmlformats.org/drawingml/2006/main" noGrp="1"/>
          </p:cNvSpPr>
          <p:nvPr/>
        </p:nvSpPr>
        <p:spPr>
          <a:xfrm xmlns:a="http://schemas.openxmlformats.org/drawingml/2006/main">
            <a:off x="742950" y="5448300"/>
            <a:ext cx="1000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C7DBFA"/>
                </a:solidFill>
                <a:latin typeface="Arial"/>
                <a:ea typeface="Arial"/>
                <a:cs typeface="Arial"/>
              </a:defRPr>
            </a:defPPr>
            <a:lvl1pPr>
              <a:defRPr sz="1875" b="0">
                <a:solidFill>
                  <a:srgbClr val="C7DBFA"/>
                </a:solidFill>
                <a:latin typeface="Arial"/>
                <a:ea typeface="Arial"/>
                <a:cs typeface="Arial"/>
              </a:defRPr>
            </a:lvl1pPr>
            <a:lvl2pPr>
              <a:defRPr sz="1875" b="0">
                <a:solidFill>
                  <a:srgbClr val="C7DBFA"/>
                </a:solidFill>
                <a:latin typeface="Arial"/>
                <a:ea typeface="Arial"/>
                <a:cs typeface="Arial"/>
              </a:defRPr>
            </a:lvl2pPr>
            <a:lvl3pPr>
              <a:defRPr sz="1875" b="0">
                <a:solidFill>
                  <a:srgbClr val="C7DBFA"/>
                </a:solidFill>
                <a:latin typeface="Arial"/>
                <a:ea typeface="Arial"/>
                <a:cs typeface="Arial"/>
              </a:defRPr>
            </a:lvl3pPr>
            <a:lvl4pPr>
              <a:defRPr sz="1875" b="0">
                <a:solidFill>
                  <a:srgbClr val="C7DBFA"/>
                </a:solidFill>
                <a:latin typeface="Arial"/>
                <a:ea typeface="Arial"/>
                <a:cs typeface="Arial"/>
              </a:defRPr>
            </a:lvl4pPr>
            <a:lvl5pPr>
              <a:defRPr sz="1875" b="0">
                <a:solidFill>
                  <a:srgbClr val="C7DBFA"/>
                </a:solidFill>
                <a:latin typeface="Arial"/>
                <a:ea typeface="Arial"/>
                <a:cs typeface="Arial"/>
              </a:defRPr>
            </a:lvl5pPr>
            <a:lvl6pPr>
              <a:defRPr sz="1875" b="0">
                <a:solidFill>
                  <a:srgbClr val="C7DBFA"/>
                </a:solidFill>
                <a:latin typeface="Arial"/>
                <a:ea typeface="Arial"/>
                <a:cs typeface="Arial"/>
              </a:defRPr>
            </a:lvl6pPr>
            <a:lvl7pPr>
              <a:defRPr sz="1875" b="0">
                <a:solidFill>
                  <a:srgbClr val="C7DBFA"/>
                </a:solidFill>
                <a:latin typeface="Arial"/>
                <a:ea typeface="Arial"/>
                <a:cs typeface="Arial"/>
              </a:defRPr>
            </a:lvl7pPr>
            <a:lvl8pPr>
              <a:defRPr sz="1875" b="0">
                <a:solidFill>
                  <a:srgbClr val="C7DBFA"/>
                </a:solidFill>
                <a:latin typeface="Arial"/>
                <a:ea typeface="Arial"/>
                <a:cs typeface="Arial"/>
              </a:defRPr>
            </a:lvl8pPr>
            <a:lvl9pPr>
              <a:defRPr sz="1875" b="0">
                <a:solidFill>
                  <a:srgbClr val="C7DBFA"/>
                </a:solidFill>
                <a:latin typeface="Arial"/>
                <a:ea typeface="Arial"/>
                <a:cs typeface="Arial"/>
              </a:defRPr>
            </a:lvl9pPr>
          </a:lstStyle>
          <a:p xmlns:a="http://schemas.openxmlformats.org/drawingml/2006/main">
            <a:pPr>
              <a:defRPr sz="1875" b="0">
                <a:solidFill>
                  <a:srgbClr val="C7DBFA"/>
                </a:solidFill>
                <a:latin typeface="Arial"/>
                <a:ea typeface="Arial"/>
                <a:cs typeface="Arial"/>
              </a:defRPr>
            </a:pPr>
            <a:r>
              <a:rPr sz="1875" b="0">
                <a:solidFill>
                  <a:srgbClr val="C7DBFA"/>
                </a:solidFill>
                <a:latin typeface="Arial"/>
                <a:ea typeface="Arial"/>
                <a:cs typeface="Arial"/>
              </a:rPr>
              <a:t>Идея, требования и развитие продукта</a:t>
            </a:r>
          </a:p>
          <a:p xmlns:a="http://schemas.openxmlformats.org/drawingml/2006/main">
            <a:pPr>
              <a:defRPr sz="1875" b="0">
                <a:solidFill>
                  <a:srgbClr val="C7DBFA"/>
                </a:solidFill>
                <a:latin typeface="Arial"/>
                <a:ea typeface="Arial"/>
                <a:cs typeface="Arial"/>
              </a:defRPr>
            </a:pPr>
            <a:r>
              <a:rPr sz="1875" b="0">
                <a:solidFill>
                  <a:srgbClr val="C7DBFA"/>
                </a:solidFill>
                <a:latin typeface="Arial"/>
                <a:ea typeface="Arial"/>
                <a:cs typeface="Arial"/>
              </a:rPr>
              <a:t>Даниил / impossi8le</a:t>
            </a:r>
          </a:p>
        </p:txBody>
      </p:sp>
    </p:spTree>
    <p:extLst>
      <p:ext uri="{BB962C8B-B14F-4D97-AF65-F5344CB8AC3E}">
        <p14:creationId xmlns:p14="http://schemas.microsoft.com/office/powerpoint/2010/main" val="14103075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6">
            <a:extLst xmlns:a="http://schemas.openxmlformats.org/drawingml/2006/main">
              <a:ext uri="{FF2B5EF4-FFF2-40B4-BE49-F238E27FC236}">
                <a16:creationId xmlns:a16="http://schemas.microsoft.com/office/drawing/2014/main" id="{09F0EDAD-D391-40A6-A94E-CE828EE1D3D9}"/>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C2446"/>
                </a:solidFill>
                <a:latin typeface="Arial"/>
                <a:ea typeface="Arial"/>
                <a:cs typeface="Arial"/>
              </a:defRPr>
            </a:defPPr>
            <a:lvl1pPr>
              <a:defRPr sz="3300" b="1">
                <a:solidFill>
                  <a:srgbClr val="0C2446"/>
                </a:solidFill>
                <a:latin typeface="Arial"/>
                <a:ea typeface="Arial"/>
                <a:cs typeface="Arial"/>
              </a:defRPr>
            </a:lvl1pPr>
            <a:lvl2pPr>
              <a:defRPr sz="3300" b="1">
                <a:solidFill>
                  <a:srgbClr val="0C2446"/>
                </a:solidFill>
                <a:latin typeface="Arial"/>
                <a:ea typeface="Arial"/>
                <a:cs typeface="Arial"/>
              </a:defRPr>
            </a:lvl2pPr>
            <a:lvl3pPr>
              <a:defRPr sz="3300" b="1">
                <a:solidFill>
                  <a:srgbClr val="0C2446"/>
                </a:solidFill>
                <a:latin typeface="Arial"/>
                <a:ea typeface="Arial"/>
                <a:cs typeface="Arial"/>
              </a:defRPr>
            </a:lvl3pPr>
            <a:lvl4pPr>
              <a:defRPr sz="3300" b="1">
                <a:solidFill>
                  <a:srgbClr val="0C2446"/>
                </a:solidFill>
                <a:latin typeface="Arial"/>
                <a:ea typeface="Arial"/>
                <a:cs typeface="Arial"/>
              </a:defRPr>
            </a:lvl4pPr>
            <a:lvl5pPr>
              <a:defRPr sz="3300" b="1">
                <a:solidFill>
                  <a:srgbClr val="0C2446"/>
                </a:solidFill>
                <a:latin typeface="Arial"/>
                <a:ea typeface="Arial"/>
                <a:cs typeface="Arial"/>
              </a:defRPr>
            </a:lvl5pPr>
            <a:lvl6pPr>
              <a:defRPr sz="3300" b="1">
                <a:solidFill>
                  <a:srgbClr val="0C2446"/>
                </a:solidFill>
                <a:latin typeface="Arial"/>
                <a:ea typeface="Arial"/>
                <a:cs typeface="Arial"/>
              </a:defRPr>
            </a:lvl6pPr>
            <a:lvl7pPr>
              <a:defRPr sz="3300" b="1">
                <a:solidFill>
                  <a:srgbClr val="0C2446"/>
                </a:solidFill>
                <a:latin typeface="Arial"/>
                <a:ea typeface="Arial"/>
                <a:cs typeface="Arial"/>
              </a:defRPr>
            </a:lvl7pPr>
            <a:lvl8pPr>
              <a:defRPr sz="3300" b="1">
                <a:solidFill>
                  <a:srgbClr val="0C2446"/>
                </a:solidFill>
                <a:latin typeface="Arial"/>
                <a:ea typeface="Arial"/>
                <a:cs typeface="Arial"/>
              </a:defRPr>
            </a:lvl8pPr>
            <a:lvl9pPr>
              <a:defRPr sz="3300" b="1">
                <a:solidFill>
                  <a:srgbClr val="0C2446"/>
                </a:solidFill>
                <a:latin typeface="Arial"/>
                <a:ea typeface="Arial"/>
                <a:cs typeface="Arial"/>
              </a:defRPr>
            </a:lvl9pPr>
          </a:lstStyle>
          <a:p xmlns:a="http://schemas.openxmlformats.org/drawingml/2006/main">
            <a:pPr>
              <a:defRPr sz="3300" b="1">
                <a:solidFill>
                  <a:srgbClr val="0C2446"/>
                </a:solidFill>
                <a:latin typeface="Arial"/>
                <a:ea typeface="Arial"/>
                <a:cs typeface="Arial"/>
              </a:defRPr>
            </a:pPr>
            <a:r>
              <a:rPr sz="3300" b="1">
                <a:solidFill>
                  <a:srgbClr val="0C2446"/>
                </a:solidFill>
                <a:latin typeface="Arial"/>
                <a:ea typeface="Arial"/>
                <a:cs typeface="Arial"/>
              </a:rPr>
              <a:t>Почтовая переписка затрудняет учёт процесса</a:t>
            </a:r>
          </a:p>
        </p:txBody>
      </p:sp>
      <p:sp>
        <p:nvSpPr>
          <p:cNvPr id="2" name="text-7">
            <a:extLst xmlns:a="http://schemas.openxmlformats.org/drawingml/2006/main">
              <a:ext uri="{FF2B5EF4-FFF2-40B4-BE49-F238E27FC236}">
                <a16:creationId xmlns:a16="http://schemas.microsoft.com/office/drawing/2014/main" id="{39B91970-AF9B-40D1-BA8E-DA64B0CC6551}"/>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37E"/>
                </a:solidFill>
                <a:latin typeface="Arial"/>
                <a:ea typeface="Arial"/>
                <a:cs typeface="Arial"/>
              </a:defRPr>
            </a:defPPr>
            <a:lvl1pPr>
              <a:defRPr sz="1275" b="0">
                <a:solidFill>
                  <a:srgbClr val="50637E"/>
                </a:solidFill>
                <a:latin typeface="Arial"/>
                <a:ea typeface="Arial"/>
                <a:cs typeface="Arial"/>
              </a:defRPr>
            </a:lvl1pPr>
            <a:lvl2pPr>
              <a:defRPr sz="1275" b="0">
                <a:solidFill>
                  <a:srgbClr val="50637E"/>
                </a:solidFill>
                <a:latin typeface="Arial"/>
                <a:ea typeface="Arial"/>
                <a:cs typeface="Arial"/>
              </a:defRPr>
            </a:lvl2pPr>
            <a:lvl3pPr>
              <a:defRPr sz="1275" b="0">
                <a:solidFill>
                  <a:srgbClr val="50637E"/>
                </a:solidFill>
                <a:latin typeface="Arial"/>
                <a:ea typeface="Arial"/>
                <a:cs typeface="Arial"/>
              </a:defRPr>
            </a:lvl3pPr>
            <a:lvl4pPr>
              <a:defRPr sz="1275" b="0">
                <a:solidFill>
                  <a:srgbClr val="50637E"/>
                </a:solidFill>
                <a:latin typeface="Arial"/>
                <a:ea typeface="Arial"/>
                <a:cs typeface="Arial"/>
              </a:defRPr>
            </a:lvl4pPr>
            <a:lvl5pPr>
              <a:defRPr sz="1275" b="0">
                <a:solidFill>
                  <a:srgbClr val="50637E"/>
                </a:solidFill>
                <a:latin typeface="Arial"/>
                <a:ea typeface="Arial"/>
                <a:cs typeface="Arial"/>
              </a:defRPr>
            </a:lvl5pPr>
            <a:lvl6pPr>
              <a:defRPr sz="1275" b="0">
                <a:solidFill>
                  <a:srgbClr val="50637E"/>
                </a:solidFill>
                <a:latin typeface="Arial"/>
                <a:ea typeface="Arial"/>
                <a:cs typeface="Arial"/>
              </a:defRPr>
            </a:lvl6pPr>
            <a:lvl7pPr>
              <a:defRPr sz="1275" b="0">
                <a:solidFill>
                  <a:srgbClr val="50637E"/>
                </a:solidFill>
                <a:latin typeface="Arial"/>
                <a:ea typeface="Arial"/>
                <a:cs typeface="Arial"/>
              </a:defRPr>
            </a:lvl7pPr>
            <a:lvl8pPr>
              <a:defRPr sz="1275" b="0">
                <a:solidFill>
                  <a:srgbClr val="50637E"/>
                </a:solidFill>
                <a:latin typeface="Arial"/>
                <a:ea typeface="Arial"/>
                <a:cs typeface="Arial"/>
              </a:defRPr>
            </a:lvl8pPr>
            <a:lvl9pPr>
              <a:defRPr sz="1275" b="0">
                <a:solidFill>
                  <a:srgbClr val="50637E"/>
                </a:solidFill>
                <a:latin typeface="Arial"/>
                <a:ea typeface="Arial"/>
                <a:cs typeface="Arial"/>
              </a:defRPr>
            </a:lvl9pPr>
          </a:lstStyle>
          <a:p xmlns:a="http://schemas.openxmlformats.org/drawingml/2006/main">
            <a:pPr>
              <a:defRPr sz="1275" b="0">
                <a:solidFill>
                  <a:srgbClr val="50637E"/>
                </a:solidFill>
                <a:latin typeface="Arial"/>
                <a:ea typeface="Arial"/>
                <a:cs typeface="Arial"/>
              </a:defRPr>
            </a:pPr>
            <a:r>
              <a:rPr sz="1275" b="0">
                <a:solidFill>
                  <a:srgbClr val="50637E"/>
                </a:solidFill>
                <a:latin typeface="Arial"/>
                <a:ea typeface="Arial"/>
                <a:cs typeface="Arial"/>
              </a:rPr>
              <a:t>02</a:t>
            </a:r>
          </a:p>
        </p:txBody>
      </p:sp>
      <p:graphicFrame>
        <p:nvGraphicFramePr>
          <p:cNvPr id="3" name="">
            <a:extLst xmlns:a="http://schemas.openxmlformats.org/drawingml/2006/main">
              <a:ext uri="{FF2B5EF4-FFF2-40B4-BE49-F238E27FC236}">
                <a16:creationId xmlns:a16="http://schemas.microsoft.com/office/drawing/2014/main" id="{8829E59F-E30D-4BC9-BAA3-24019372080D}"/>
              </a:ext>
            </a:extLst>
          </p:cNvPr>
          <p:cNvGraphicFramePr/>
          <p:nvPr/>
        </p:nvGraphicFramePr>
        <p:xfrm>
          <a:off xmlns:a="http://schemas.openxmlformats.org/drawingml/2006/main" x="609600" y="1809750"/>
          <a:ext xmlns:a="http://schemas.openxmlformats.org/drawingml/2006/main" cx="10972800" cy="3905250"/>
        </p:xfrm>
        <a:graphic xmlns:a="http://schemas.openxmlformats.org/drawingml/2006/main">
          <a:graphicData uri="http://schemas.openxmlformats.org/drawingml/2006/table">
            <a:tbl>
              <a:tblPr/>
              <a:tblGrid>
                <a:gridCol w="5143500"/>
                <a:gridCol w="5829300"/>
              </a:tblGrid>
              <a:tr h="781050">
                <a:tc>
                  <a:txBody>
                    <a:bodyPr wrap="square" lIns="114300" tIns="114300" rIns="114300" bIns="114300">
                      <a:noAutofit/>
                    </a:bodyPr>
                    <a:lstStyle/>
                    <a:p>
                      <a:r>
                        <a:rPr sz="1950" b="1">
                          <a:solidFill>
                            <a:srgbClr val="FFFFFF"/>
                          </a:solidFill>
                          <a:latin typeface="Arial"/>
                          <a:ea typeface="Arial"/>
                          <a:cs typeface="Arial"/>
                        </a:rPr>
                        <a:t>Рабочая ситуация</a:t>
                      </a:r>
                    </a:p>
                  </a:txBody>
                  <a:tcPr marL="91440" marR="91440" marT="45720" marB="45720" anchor="ctr">
                    <a:lnL w="9525">
                      <a:solidFill>
                        <a:srgbClr val="D6E1F0"/>
                      </a:solidFill>
                      <a:prstDash val="solid"/>
                    </a:lnL>
                    <a:lnR w="9525">
                      <a:solidFill>
                        <a:srgbClr val="D6E1F0"/>
                      </a:solidFill>
                      <a:prstDash val="solid"/>
                    </a:lnR>
                    <a:lnT w="9525">
                      <a:solidFill>
                        <a:srgbClr val="D6E1F0"/>
                      </a:solidFill>
                      <a:prstDash val="solid"/>
                    </a:lnT>
                    <a:lnB w="9525">
                      <a:solidFill>
                        <a:srgbClr val="D6E1F0"/>
                      </a:solidFill>
                      <a:prstDash val="solid"/>
                    </a:lnB>
                    <a:solidFill>
                      <a:srgbClr val="0C2446"/>
                    </a:solidFill>
                  </a:tcPr>
                </a:tc>
                <a:tc>
                  <a:txBody>
                    <a:bodyPr wrap="square" lIns="114300" tIns="114300" rIns="114300" bIns="114300">
                      <a:noAutofit/>
                    </a:bodyPr>
                    <a:lstStyle/>
                    <a:p>
                      <a:r>
                        <a:rPr sz="1950" b="1">
                          <a:solidFill>
                            <a:srgbClr val="FFFFFF"/>
                          </a:solidFill>
                          <a:latin typeface="Arial"/>
                          <a:ea typeface="Arial"/>
                          <a:cs typeface="Arial"/>
                        </a:rPr>
                        <a:t>Проблема для команды</a:t>
                      </a:r>
                    </a:p>
                  </a:txBody>
                  <a:tcPr marL="91440" marR="91440" marT="45720" marB="45720" anchor="ctr">
                    <a:lnR w="9525">
                      <a:solidFill>
                        <a:srgbClr val="D6E1F0"/>
                      </a:solidFill>
                      <a:prstDash val="solid"/>
                    </a:lnR>
                    <a:lnT w="9525">
                      <a:solidFill>
                        <a:srgbClr val="D6E1F0"/>
                      </a:solidFill>
                      <a:prstDash val="solid"/>
                    </a:lnT>
                    <a:lnB w="9525">
                      <a:solidFill>
                        <a:srgbClr val="D6E1F0"/>
                      </a:solidFill>
                      <a:prstDash val="solid"/>
                    </a:lnB>
                    <a:solidFill>
                      <a:srgbClr val="0C2446"/>
                    </a:solidFill>
                  </a:tcPr>
                </a:tc>
              </a:tr>
              <a:tr h="781050">
                <a:tc>
                  <a:txBody>
                    <a:bodyPr wrap="square" lIns="114300" tIns="114300" rIns="114300" bIns="114300">
                      <a:noAutofit/>
                    </a:bodyPr>
                    <a:lstStyle/>
                    <a:p>
                      <a:r>
                        <a:rPr sz="1875" b="0">
                          <a:solidFill>
                            <a:srgbClr val="16243A"/>
                          </a:solidFill>
                          <a:latin typeface="Arial"/>
                          <a:ea typeface="Arial"/>
                          <a:cs typeface="Arial"/>
                        </a:rPr>
                        <a:t>Запрос пересылают между отделами</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FFFFF"/>
                    </a:solidFill>
                  </a:tcPr>
                </a:tc>
                <a:tc>
                  <a:txBody>
                    <a:bodyPr wrap="square" lIns="114300" tIns="114300" rIns="114300" bIns="114300">
                      <a:noAutofit/>
                    </a:bodyPr>
                    <a:lstStyle/>
                    <a:p>
                      <a:r>
                        <a:rPr sz="1875" b="0">
                          <a:solidFill>
                            <a:srgbClr val="16243A"/>
                          </a:solidFill>
                          <a:latin typeface="Arial"/>
                          <a:ea typeface="Arial"/>
                          <a:cs typeface="Arial"/>
                        </a:rPr>
                        <a:t>Неясно, кто сейчас отвечает за обработку</a:t>
                      </a:r>
                    </a:p>
                  </a:txBody>
                  <a:tcPr marL="91440" marR="91440" marT="45720" marB="45720" anchor="ctr">
                    <a:lnR w="9525">
                      <a:solidFill>
                        <a:srgbClr val="D6E1F0"/>
                      </a:solidFill>
                      <a:prstDash val="solid"/>
                    </a:lnR>
                    <a:lnB w="9525">
                      <a:solidFill>
                        <a:srgbClr val="D6E1F0"/>
                      </a:solidFill>
                      <a:prstDash val="solid"/>
                    </a:lnB>
                    <a:solidFill>
                      <a:srgbClr val="FFFFFF"/>
                    </a:solidFill>
                  </a:tcPr>
                </a:tc>
              </a:tr>
              <a:tr h="781050">
                <a:tc>
                  <a:txBody>
                    <a:bodyPr wrap="square" lIns="114300" tIns="114300" rIns="114300" bIns="114300">
                      <a:noAutofit/>
                    </a:bodyPr>
                    <a:lstStyle/>
                    <a:p>
                      <a:r>
                        <a:rPr sz="1875" b="0">
                          <a:solidFill>
                            <a:srgbClr val="16243A"/>
                          </a:solidFill>
                          <a:latin typeface="Arial"/>
                          <a:ea typeface="Arial"/>
                          <a:cs typeface="Arial"/>
                        </a:rPr>
                        <a:t>Файл приходит в отдельном письме</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0F5FC"/>
                    </a:solidFill>
                  </a:tcPr>
                </a:tc>
                <a:tc>
                  <a:txBody>
                    <a:bodyPr wrap="square" lIns="114300" tIns="114300" rIns="114300" bIns="114300">
                      <a:noAutofit/>
                    </a:bodyPr>
                    <a:lstStyle/>
                    <a:p>
                      <a:r>
                        <a:rPr sz="1875" b="0">
                          <a:solidFill>
                            <a:srgbClr val="16243A"/>
                          </a:solidFill>
                          <a:latin typeface="Arial"/>
                          <a:ea typeface="Arial"/>
                          <a:cs typeface="Arial"/>
                        </a:rPr>
                        <a:t>Результат приходится искать в переписке</a:t>
                      </a:r>
                    </a:p>
                  </a:txBody>
                  <a:tcPr marL="91440" marR="91440" marT="45720" marB="45720" anchor="ctr">
                    <a:lnR w="9525">
                      <a:solidFill>
                        <a:srgbClr val="D6E1F0"/>
                      </a:solidFill>
                      <a:prstDash val="solid"/>
                    </a:lnR>
                    <a:lnB w="9525">
                      <a:solidFill>
                        <a:srgbClr val="D6E1F0"/>
                      </a:solidFill>
                      <a:prstDash val="solid"/>
                    </a:lnB>
                    <a:solidFill>
                      <a:srgbClr val="F0F5FC"/>
                    </a:solidFill>
                  </a:tcPr>
                </a:tc>
              </a:tr>
              <a:tr h="781050">
                <a:tc>
                  <a:txBody>
                    <a:bodyPr wrap="square" lIns="114300" tIns="114300" rIns="114300" bIns="114300">
                      <a:noAutofit/>
                    </a:bodyPr>
                    <a:lstStyle/>
                    <a:p>
                      <a:r>
                        <a:rPr sz="1875" b="0">
                          <a:solidFill>
                            <a:srgbClr val="16243A"/>
                          </a:solidFill>
                          <a:latin typeface="Arial"/>
                          <a:ea typeface="Arial"/>
                          <a:cs typeface="Arial"/>
                        </a:rPr>
                        <a:t>Сотрудник замещает коллегу</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FFFFF"/>
                    </a:solidFill>
                  </a:tcPr>
                </a:tc>
                <a:tc>
                  <a:txBody>
                    <a:bodyPr wrap="square" lIns="114300" tIns="114300" rIns="114300" bIns="114300">
                      <a:noAutofit/>
                    </a:bodyPr>
                    <a:lstStyle/>
                    <a:p>
                      <a:r>
                        <a:rPr sz="1875" b="0">
                          <a:solidFill>
                            <a:srgbClr val="16243A"/>
                          </a:solidFill>
                          <a:latin typeface="Arial"/>
                          <a:ea typeface="Arial"/>
                          <a:cs typeface="Arial"/>
                        </a:rPr>
                        <a:t>Нужен доступ к контексту чужого обращения</a:t>
                      </a:r>
                    </a:p>
                  </a:txBody>
                  <a:tcPr marL="91440" marR="91440" marT="45720" marB="45720" anchor="ctr">
                    <a:lnR w="9525">
                      <a:solidFill>
                        <a:srgbClr val="D6E1F0"/>
                      </a:solidFill>
                      <a:prstDash val="solid"/>
                    </a:lnR>
                    <a:lnB w="9525">
                      <a:solidFill>
                        <a:srgbClr val="D6E1F0"/>
                      </a:solidFill>
                      <a:prstDash val="solid"/>
                    </a:lnB>
                    <a:solidFill>
                      <a:srgbClr val="FFFFFF"/>
                    </a:solidFill>
                  </a:tcPr>
                </a:tc>
              </a:tr>
              <a:tr h="781050">
                <a:tc>
                  <a:txBody>
                    <a:bodyPr wrap="square" lIns="114300" tIns="114300" rIns="114300" bIns="114300">
                      <a:noAutofit/>
                    </a:bodyPr>
                    <a:lstStyle/>
                    <a:p>
                      <a:r>
                        <a:rPr sz="1875" b="0">
                          <a:solidFill>
                            <a:srgbClr val="16243A"/>
                          </a:solidFill>
                          <a:latin typeface="Arial"/>
                          <a:ea typeface="Arial"/>
                          <a:cs typeface="Arial"/>
                        </a:rPr>
                        <a:t>В запросе появляется уточнение</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0F5FC"/>
                    </a:solidFill>
                  </a:tcPr>
                </a:tc>
                <a:tc>
                  <a:txBody>
                    <a:bodyPr wrap="square" lIns="114300" tIns="114300" rIns="114300" bIns="114300">
                      <a:noAutofit/>
                    </a:bodyPr>
                    <a:lstStyle/>
                    <a:p>
                      <a:r>
                        <a:rPr sz="1875" b="0">
                          <a:solidFill>
                            <a:srgbClr val="16243A"/>
                          </a:solidFill>
                          <a:latin typeface="Arial"/>
                          <a:ea typeface="Arial"/>
                          <a:cs typeface="Arial"/>
                        </a:rPr>
                        <a:t>Трудно увидеть новое действие и этап работы</a:t>
                      </a:r>
                    </a:p>
                  </a:txBody>
                  <a:tcPr marL="91440" marR="91440" marT="45720" marB="45720" anchor="ctr">
                    <a:lnR w="9525">
                      <a:solidFill>
                        <a:srgbClr val="D6E1F0"/>
                      </a:solidFill>
                      <a:prstDash val="solid"/>
                    </a:lnR>
                    <a:lnB w="9525">
                      <a:solidFill>
                        <a:srgbClr val="D6E1F0"/>
                      </a:solidFill>
                      <a:prstDash val="solid"/>
                    </a:lnB>
                    <a:solidFill>
                      <a:srgbClr val="F0F5FC"/>
                    </a:solidFill>
                  </a:tcPr>
                </a:tc>
              </a:tr>
            </a:tbl>
          </a:graphicData>
        </a:graphic>
      </p:graphicFrame>
      <p:sp>
        <p:nvSpPr>
          <p:cNvPr id="4" name="text-8">
            <a:extLst xmlns:a="http://schemas.openxmlformats.org/drawingml/2006/main">
              <a:ext uri="{FF2B5EF4-FFF2-40B4-BE49-F238E27FC236}">
                <a16:creationId xmlns:a16="http://schemas.microsoft.com/office/drawing/2014/main" id="{39D1B516-EA9D-4E48-9885-17CE56475E66}"/>
              </a:ext>
            </a:extLst>
          </p:cNvPr>
          <p:cNvSpPr>
            <a:spLocks xmlns:a="http://schemas.openxmlformats.org/drawingml/2006/main" noGrp="1"/>
          </p:cNvSpPr>
          <p:nvPr/>
        </p:nvSpPr>
        <p:spPr>
          <a:xfrm xmlns:a="http://schemas.openxmlformats.org/drawingml/2006/main">
            <a:off x="628650" y="5905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25BB5"/>
                </a:solidFill>
                <a:latin typeface="Arial"/>
                <a:ea typeface="Arial"/>
                <a:cs typeface="Arial"/>
              </a:defRPr>
            </a:defPPr>
            <a:lvl1pPr>
              <a:defRPr sz="2025" b="1">
                <a:solidFill>
                  <a:srgbClr val="225BB5"/>
                </a:solidFill>
                <a:latin typeface="Arial"/>
                <a:ea typeface="Arial"/>
                <a:cs typeface="Arial"/>
              </a:defRPr>
            </a:lvl1pPr>
            <a:lvl2pPr>
              <a:defRPr sz="2025" b="1">
                <a:solidFill>
                  <a:srgbClr val="225BB5"/>
                </a:solidFill>
                <a:latin typeface="Arial"/>
                <a:ea typeface="Arial"/>
                <a:cs typeface="Arial"/>
              </a:defRPr>
            </a:lvl2pPr>
            <a:lvl3pPr>
              <a:defRPr sz="2025" b="1">
                <a:solidFill>
                  <a:srgbClr val="225BB5"/>
                </a:solidFill>
                <a:latin typeface="Arial"/>
                <a:ea typeface="Arial"/>
                <a:cs typeface="Arial"/>
              </a:defRPr>
            </a:lvl3pPr>
            <a:lvl4pPr>
              <a:defRPr sz="2025" b="1">
                <a:solidFill>
                  <a:srgbClr val="225BB5"/>
                </a:solidFill>
                <a:latin typeface="Arial"/>
                <a:ea typeface="Arial"/>
                <a:cs typeface="Arial"/>
              </a:defRPr>
            </a:lvl4pPr>
            <a:lvl5pPr>
              <a:defRPr sz="2025" b="1">
                <a:solidFill>
                  <a:srgbClr val="225BB5"/>
                </a:solidFill>
                <a:latin typeface="Arial"/>
                <a:ea typeface="Arial"/>
                <a:cs typeface="Arial"/>
              </a:defRPr>
            </a:lvl5pPr>
            <a:lvl6pPr>
              <a:defRPr sz="2025" b="1">
                <a:solidFill>
                  <a:srgbClr val="225BB5"/>
                </a:solidFill>
                <a:latin typeface="Arial"/>
                <a:ea typeface="Arial"/>
                <a:cs typeface="Arial"/>
              </a:defRPr>
            </a:lvl6pPr>
            <a:lvl7pPr>
              <a:defRPr sz="2025" b="1">
                <a:solidFill>
                  <a:srgbClr val="225BB5"/>
                </a:solidFill>
                <a:latin typeface="Arial"/>
                <a:ea typeface="Arial"/>
                <a:cs typeface="Arial"/>
              </a:defRPr>
            </a:lvl7pPr>
            <a:lvl8pPr>
              <a:defRPr sz="2025" b="1">
                <a:solidFill>
                  <a:srgbClr val="225BB5"/>
                </a:solidFill>
                <a:latin typeface="Arial"/>
                <a:ea typeface="Arial"/>
                <a:cs typeface="Arial"/>
              </a:defRPr>
            </a:lvl8pPr>
            <a:lvl9pPr>
              <a:defRPr sz="2025" b="1">
                <a:solidFill>
                  <a:srgbClr val="225BB5"/>
                </a:solidFill>
                <a:latin typeface="Arial"/>
                <a:ea typeface="Arial"/>
                <a:cs typeface="Arial"/>
              </a:defRPr>
            </a:lvl9pPr>
          </a:lstStyle>
          <a:p xmlns:a="http://schemas.openxmlformats.org/drawingml/2006/main">
            <a:pPr>
              <a:defRPr sz="2025" b="1">
                <a:solidFill>
                  <a:srgbClr val="225BB5"/>
                </a:solidFill>
                <a:latin typeface="Arial"/>
                <a:ea typeface="Arial"/>
                <a:cs typeface="Arial"/>
              </a:defRPr>
            </a:pPr>
            <a:r>
              <a:rPr sz="2025" b="1">
                <a:solidFill>
                  <a:srgbClr val="225BB5"/>
                </a:solidFill>
                <a:latin typeface="Arial"/>
                <a:ea typeface="Arial"/>
                <a:cs typeface="Arial"/>
              </a:rPr>
              <a:t>Задача продукта: фиксировать обработку обращения целиком.</a:t>
            </a:r>
          </a:p>
        </p:txBody>
      </p:sp>
    </p:spTree>
    <p:extLst>
      <p:ext uri="{BB962C8B-B14F-4D97-AF65-F5344CB8AC3E}">
        <p14:creationId xmlns:p14="http://schemas.microsoft.com/office/powerpoint/2010/main" val="17237319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9">
            <a:extLst xmlns:a="http://schemas.openxmlformats.org/drawingml/2006/main">
              <a:ext uri="{FF2B5EF4-FFF2-40B4-BE49-F238E27FC236}">
                <a16:creationId xmlns:a16="http://schemas.microsoft.com/office/drawing/2014/main" id="{49C0641A-3B36-450E-98FA-6AB9AD434DDB}"/>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C2446"/>
                </a:solidFill>
                <a:latin typeface="Arial"/>
                <a:ea typeface="Arial"/>
                <a:cs typeface="Arial"/>
              </a:defRPr>
            </a:defPPr>
            <a:lvl1pPr>
              <a:defRPr sz="3300" b="1">
                <a:solidFill>
                  <a:srgbClr val="0C2446"/>
                </a:solidFill>
                <a:latin typeface="Arial"/>
                <a:ea typeface="Arial"/>
                <a:cs typeface="Arial"/>
              </a:defRPr>
            </a:lvl1pPr>
            <a:lvl2pPr>
              <a:defRPr sz="3300" b="1">
                <a:solidFill>
                  <a:srgbClr val="0C2446"/>
                </a:solidFill>
                <a:latin typeface="Arial"/>
                <a:ea typeface="Arial"/>
                <a:cs typeface="Arial"/>
              </a:defRPr>
            </a:lvl2pPr>
            <a:lvl3pPr>
              <a:defRPr sz="3300" b="1">
                <a:solidFill>
                  <a:srgbClr val="0C2446"/>
                </a:solidFill>
                <a:latin typeface="Arial"/>
                <a:ea typeface="Arial"/>
                <a:cs typeface="Arial"/>
              </a:defRPr>
            </a:lvl3pPr>
            <a:lvl4pPr>
              <a:defRPr sz="3300" b="1">
                <a:solidFill>
                  <a:srgbClr val="0C2446"/>
                </a:solidFill>
                <a:latin typeface="Arial"/>
                <a:ea typeface="Arial"/>
                <a:cs typeface="Arial"/>
              </a:defRPr>
            </a:lvl4pPr>
            <a:lvl5pPr>
              <a:defRPr sz="3300" b="1">
                <a:solidFill>
                  <a:srgbClr val="0C2446"/>
                </a:solidFill>
                <a:latin typeface="Arial"/>
                <a:ea typeface="Arial"/>
                <a:cs typeface="Arial"/>
              </a:defRPr>
            </a:lvl5pPr>
            <a:lvl6pPr>
              <a:defRPr sz="3300" b="1">
                <a:solidFill>
                  <a:srgbClr val="0C2446"/>
                </a:solidFill>
                <a:latin typeface="Arial"/>
                <a:ea typeface="Arial"/>
                <a:cs typeface="Arial"/>
              </a:defRPr>
            </a:lvl6pPr>
            <a:lvl7pPr>
              <a:defRPr sz="3300" b="1">
                <a:solidFill>
                  <a:srgbClr val="0C2446"/>
                </a:solidFill>
                <a:latin typeface="Arial"/>
                <a:ea typeface="Arial"/>
                <a:cs typeface="Arial"/>
              </a:defRPr>
            </a:lvl7pPr>
            <a:lvl8pPr>
              <a:defRPr sz="3300" b="1">
                <a:solidFill>
                  <a:srgbClr val="0C2446"/>
                </a:solidFill>
                <a:latin typeface="Arial"/>
                <a:ea typeface="Arial"/>
                <a:cs typeface="Arial"/>
              </a:defRPr>
            </a:lvl8pPr>
            <a:lvl9pPr>
              <a:defRPr sz="3300" b="1">
                <a:solidFill>
                  <a:srgbClr val="0C2446"/>
                </a:solidFill>
                <a:latin typeface="Arial"/>
                <a:ea typeface="Arial"/>
                <a:cs typeface="Arial"/>
              </a:defRPr>
            </a:lvl9pPr>
          </a:lstStyle>
          <a:p xmlns:a="http://schemas.openxmlformats.org/drawingml/2006/main">
            <a:pPr>
              <a:defRPr sz="3300" b="1">
                <a:solidFill>
                  <a:srgbClr val="0C2446"/>
                </a:solidFill>
                <a:latin typeface="Arial"/>
                <a:ea typeface="Arial"/>
                <a:cs typeface="Arial"/>
              </a:defRPr>
            </a:pPr>
            <a:r>
              <a:rPr sz="3300" b="1">
                <a:solidFill>
                  <a:srgbClr val="0C2446"/>
                </a:solidFill>
                <a:latin typeface="Arial"/>
                <a:ea typeface="Arial"/>
                <a:cs typeface="Arial"/>
              </a:rPr>
              <a:t>Обращение становится единицей процесса</a:t>
            </a:r>
          </a:p>
        </p:txBody>
      </p:sp>
      <p:sp>
        <p:nvSpPr>
          <p:cNvPr id="2" name="text-10">
            <a:extLst xmlns:a="http://schemas.openxmlformats.org/drawingml/2006/main">
              <a:ext uri="{FF2B5EF4-FFF2-40B4-BE49-F238E27FC236}">
                <a16:creationId xmlns:a16="http://schemas.microsoft.com/office/drawing/2014/main" id="{31DC1A7B-0ADD-4CE0-B5D9-B376D70B93B6}"/>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37E"/>
                </a:solidFill>
                <a:latin typeface="Arial"/>
                <a:ea typeface="Arial"/>
                <a:cs typeface="Arial"/>
              </a:defRPr>
            </a:defPPr>
            <a:lvl1pPr>
              <a:defRPr sz="1275" b="0">
                <a:solidFill>
                  <a:srgbClr val="50637E"/>
                </a:solidFill>
                <a:latin typeface="Arial"/>
                <a:ea typeface="Arial"/>
                <a:cs typeface="Arial"/>
              </a:defRPr>
            </a:lvl1pPr>
            <a:lvl2pPr>
              <a:defRPr sz="1275" b="0">
                <a:solidFill>
                  <a:srgbClr val="50637E"/>
                </a:solidFill>
                <a:latin typeface="Arial"/>
                <a:ea typeface="Arial"/>
                <a:cs typeface="Arial"/>
              </a:defRPr>
            </a:lvl2pPr>
            <a:lvl3pPr>
              <a:defRPr sz="1275" b="0">
                <a:solidFill>
                  <a:srgbClr val="50637E"/>
                </a:solidFill>
                <a:latin typeface="Arial"/>
                <a:ea typeface="Arial"/>
                <a:cs typeface="Arial"/>
              </a:defRPr>
            </a:lvl3pPr>
            <a:lvl4pPr>
              <a:defRPr sz="1275" b="0">
                <a:solidFill>
                  <a:srgbClr val="50637E"/>
                </a:solidFill>
                <a:latin typeface="Arial"/>
                <a:ea typeface="Arial"/>
                <a:cs typeface="Arial"/>
              </a:defRPr>
            </a:lvl4pPr>
            <a:lvl5pPr>
              <a:defRPr sz="1275" b="0">
                <a:solidFill>
                  <a:srgbClr val="50637E"/>
                </a:solidFill>
                <a:latin typeface="Arial"/>
                <a:ea typeface="Arial"/>
                <a:cs typeface="Arial"/>
              </a:defRPr>
            </a:lvl5pPr>
            <a:lvl6pPr>
              <a:defRPr sz="1275" b="0">
                <a:solidFill>
                  <a:srgbClr val="50637E"/>
                </a:solidFill>
                <a:latin typeface="Arial"/>
                <a:ea typeface="Arial"/>
                <a:cs typeface="Arial"/>
              </a:defRPr>
            </a:lvl6pPr>
            <a:lvl7pPr>
              <a:defRPr sz="1275" b="0">
                <a:solidFill>
                  <a:srgbClr val="50637E"/>
                </a:solidFill>
                <a:latin typeface="Arial"/>
                <a:ea typeface="Arial"/>
                <a:cs typeface="Arial"/>
              </a:defRPr>
            </a:lvl7pPr>
            <a:lvl8pPr>
              <a:defRPr sz="1275" b="0">
                <a:solidFill>
                  <a:srgbClr val="50637E"/>
                </a:solidFill>
                <a:latin typeface="Arial"/>
                <a:ea typeface="Arial"/>
                <a:cs typeface="Arial"/>
              </a:defRPr>
            </a:lvl8pPr>
            <a:lvl9pPr>
              <a:defRPr sz="1275" b="0">
                <a:solidFill>
                  <a:srgbClr val="50637E"/>
                </a:solidFill>
                <a:latin typeface="Arial"/>
                <a:ea typeface="Arial"/>
                <a:cs typeface="Arial"/>
              </a:defRPr>
            </a:lvl9pPr>
          </a:lstStyle>
          <a:p xmlns:a="http://schemas.openxmlformats.org/drawingml/2006/main">
            <a:pPr>
              <a:defRPr sz="1275" b="0">
                <a:solidFill>
                  <a:srgbClr val="50637E"/>
                </a:solidFill>
                <a:latin typeface="Arial"/>
                <a:ea typeface="Arial"/>
                <a:cs typeface="Arial"/>
              </a:defRPr>
            </a:pPr>
            <a:r>
              <a:rPr sz="1275" b="0">
                <a:solidFill>
                  <a:srgbClr val="50637E"/>
                </a:solidFill>
                <a:latin typeface="Arial"/>
                <a:ea typeface="Arial"/>
                <a:cs typeface="Arial"/>
              </a:rPr>
              <a:t>03</a:t>
            </a:r>
          </a:p>
        </p:txBody>
      </p:sp>
      <p:sp>
        <p:nvSpPr>
          <p:cNvPr id="3" name="text-11">
            <a:extLst xmlns:a="http://schemas.openxmlformats.org/drawingml/2006/main">
              <a:ext uri="{FF2B5EF4-FFF2-40B4-BE49-F238E27FC236}">
                <a16:creationId xmlns:a16="http://schemas.microsoft.com/office/drawing/2014/main" id="{ADE2656C-7782-403A-AE1F-A89E2FC4E5F6}"/>
              </a:ext>
            </a:extLst>
          </p:cNvPr>
          <p:cNvSpPr>
            <a:spLocks xmlns:a="http://schemas.openxmlformats.org/drawingml/2006/main" noGrp="1"/>
          </p:cNvSpPr>
          <p:nvPr/>
        </p:nvSpPr>
        <p:spPr>
          <a:xfrm xmlns:a="http://schemas.openxmlformats.org/drawingml/2006/main">
            <a:off x="609600" y="1857375"/>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0C2446"/>
                </a:solidFill>
                <a:latin typeface="Arial"/>
                <a:ea typeface="Arial"/>
                <a:cs typeface="Arial"/>
              </a:defRPr>
            </a:defPPr>
            <a:lvl1pPr>
              <a:defRPr sz="2550" b="1">
                <a:solidFill>
                  <a:srgbClr val="0C2446"/>
                </a:solidFill>
                <a:latin typeface="Arial"/>
                <a:ea typeface="Arial"/>
                <a:cs typeface="Arial"/>
              </a:defRPr>
            </a:lvl1pPr>
            <a:lvl2pPr>
              <a:defRPr sz="2550" b="1">
                <a:solidFill>
                  <a:srgbClr val="0C2446"/>
                </a:solidFill>
                <a:latin typeface="Arial"/>
                <a:ea typeface="Arial"/>
                <a:cs typeface="Arial"/>
              </a:defRPr>
            </a:lvl2pPr>
            <a:lvl3pPr>
              <a:defRPr sz="2550" b="1">
                <a:solidFill>
                  <a:srgbClr val="0C2446"/>
                </a:solidFill>
                <a:latin typeface="Arial"/>
                <a:ea typeface="Arial"/>
                <a:cs typeface="Arial"/>
              </a:defRPr>
            </a:lvl3pPr>
            <a:lvl4pPr>
              <a:defRPr sz="2550" b="1">
                <a:solidFill>
                  <a:srgbClr val="0C2446"/>
                </a:solidFill>
                <a:latin typeface="Arial"/>
                <a:ea typeface="Arial"/>
                <a:cs typeface="Arial"/>
              </a:defRPr>
            </a:lvl4pPr>
            <a:lvl5pPr>
              <a:defRPr sz="2550" b="1">
                <a:solidFill>
                  <a:srgbClr val="0C2446"/>
                </a:solidFill>
                <a:latin typeface="Arial"/>
                <a:ea typeface="Arial"/>
                <a:cs typeface="Arial"/>
              </a:defRPr>
            </a:lvl5pPr>
            <a:lvl6pPr>
              <a:defRPr sz="2550" b="1">
                <a:solidFill>
                  <a:srgbClr val="0C2446"/>
                </a:solidFill>
                <a:latin typeface="Arial"/>
                <a:ea typeface="Arial"/>
                <a:cs typeface="Arial"/>
              </a:defRPr>
            </a:lvl6pPr>
            <a:lvl7pPr>
              <a:defRPr sz="2550" b="1">
                <a:solidFill>
                  <a:srgbClr val="0C2446"/>
                </a:solidFill>
                <a:latin typeface="Arial"/>
                <a:ea typeface="Arial"/>
                <a:cs typeface="Arial"/>
              </a:defRPr>
            </a:lvl7pPr>
            <a:lvl8pPr>
              <a:defRPr sz="2550" b="1">
                <a:solidFill>
                  <a:srgbClr val="0C2446"/>
                </a:solidFill>
                <a:latin typeface="Arial"/>
                <a:ea typeface="Arial"/>
                <a:cs typeface="Arial"/>
              </a:defRPr>
            </a:lvl8pPr>
            <a:lvl9pPr>
              <a:defRPr sz="2550" b="1">
                <a:solidFill>
                  <a:srgbClr val="0C2446"/>
                </a:solidFill>
                <a:latin typeface="Arial"/>
                <a:ea typeface="Arial"/>
                <a:cs typeface="Arial"/>
              </a:defRPr>
            </a:lvl9pPr>
          </a:lstStyle>
          <a:p xmlns:a="http://schemas.openxmlformats.org/drawingml/2006/main">
            <a:pPr>
              <a:defRPr sz="2550" b="1">
                <a:solidFill>
                  <a:srgbClr val="0C2446"/>
                </a:solidFill>
                <a:latin typeface="Arial"/>
                <a:ea typeface="Arial"/>
                <a:cs typeface="Arial"/>
              </a:defRPr>
            </a:pPr>
            <a:r>
              <a:rPr sz="2550" b="1">
                <a:solidFill>
                  <a:srgbClr val="0C2446"/>
                </a:solidFill>
                <a:latin typeface="Arial"/>
                <a:ea typeface="Arial"/>
                <a:cs typeface="Arial"/>
              </a:rPr>
              <a:t>Одна запись хранит</a:t>
            </a:r>
          </a:p>
        </p:txBody>
      </p:sp>
      <p:sp>
        <p:nvSpPr>
          <p:cNvPr id="4" name="text-12">
            <a:extLst xmlns:a="http://schemas.openxmlformats.org/drawingml/2006/main">
              <a:ext uri="{FF2B5EF4-FFF2-40B4-BE49-F238E27FC236}">
                <a16:creationId xmlns:a16="http://schemas.microsoft.com/office/drawing/2014/main" id="{1DB4307A-2815-418B-82F9-C9D05812F167}"/>
              </a:ext>
            </a:extLst>
          </p:cNvPr>
          <p:cNvSpPr>
            <a:spLocks xmlns:a="http://schemas.openxmlformats.org/drawingml/2006/main" noGrp="1"/>
          </p:cNvSpPr>
          <p:nvPr/>
        </p:nvSpPr>
        <p:spPr>
          <a:xfrm xmlns:a="http://schemas.openxmlformats.org/drawingml/2006/main">
            <a:off x="609600" y="2609850"/>
            <a:ext cx="4476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50637E"/>
                </a:solidFill>
                <a:latin typeface="Arial"/>
                <a:ea typeface="Arial"/>
                <a:cs typeface="Arial"/>
              </a:defRPr>
            </a:defPPr>
            <a:lvl1pPr>
              <a:defRPr sz="2250" b="0">
                <a:solidFill>
                  <a:srgbClr val="50637E"/>
                </a:solidFill>
                <a:latin typeface="Arial"/>
                <a:ea typeface="Arial"/>
                <a:cs typeface="Arial"/>
              </a:defRPr>
            </a:lvl1pPr>
            <a:lvl2pPr>
              <a:defRPr sz="2250" b="0">
                <a:solidFill>
                  <a:srgbClr val="50637E"/>
                </a:solidFill>
                <a:latin typeface="Arial"/>
                <a:ea typeface="Arial"/>
                <a:cs typeface="Arial"/>
              </a:defRPr>
            </a:lvl2pPr>
            <a:lvl3pPr>
              <a:defRPr sz="2250" b="0">
                <a:solidFill>
                  <a:srgbClr val="50637E"/>
                </a:solidFill>
                <a:latin typeface="Arial"/>
                <a:ea typeface="Arial"/>
                <a:cs typeface="Arial"/>
              </a:defRPr>
            </a:lvl3pPr>
            <a:lvl4pPr>
              <a:defRPr sz="2250" b="0">
                <a:solidFill>
                  <a:srgbClr val="50637E"/>
                </a:solidFill>
                <a:latin typeface="Arial"/>
                <a:ea typeface="Arial"/>
                <a:cs typeface="Arial"/>
              </a:defRPr>
            </a:lvl4pPr>
            <a:lvl5pPr>
              <a:defRPr sz="2250" b="0">
                <a:solidFill>
                  <a:srgbClr val="50637E"/>
                </a:solidFill>
                <a:latin typeface="Arial"/>
                <a:ea typeface="Arial"/>
                <a:cs typeface="Arial"/>
              </a:defRPr>
            </a:lvl5pPr>
            <a:lvl6pPr>
              <a:defRPr sz="2250" b="0">
                <a:solidFill>
                  <a:srgbClr val="50637E"/>
                </a:solidFill>
                <a:latin typeface="Arial"/>
                <a:ea typeface="Arial"/>
                <a:cs typeface="Arial"/>
              </a:defRPr>
            </a:lvl6pPr>
            <a:lvl7pPr>
              <a:defRPr sz="2250" b="0">
                <a:solidFill>
                  <a:srgbClr val="50637E"/>
                </a:solidFill>
                <a:latin typeface="Arial"/>
                <a:ea typeface="Arial"/>
                <a:cs typeface="Arial"/>
              </a:defRPr>
            </a:lvl7pPr>
            <a:lvl8pPr>
              <a:defRPr sz="2250" b="0">
                <a:solidFill>
                  <a:srgbClr val="50637E"/>
                </a:solidFill>
                <a:latin typeface="Arial"/>
                <a:ea typeface="Arial"/>
                <a:cs typeface="Arial"/>
              </a:defRPr>
            </a:lvl8pPr>
            <a:lvl9pPr>
              <a:defRPr sz="2250" b="0">
                <a:solidFill>
                  <a:srgbClr val="50637E"/>
                </a:solidFill>
                <a:latin typeface="Arial"/>
                <a:ea typeface="Arial"/>
                <a:cs typeface="Arial"/>
              </a:defRPr>
            </a:lvl9pPr>
          </a:lstStyle>
          <a:p xmlns:a="http://schemas.openxmlformats.org/drawingml/2006/main">
            <a:pPr>
              <a:defRPr sz="2250" b="0">
                <a:solidFill>
                  <a:srgbClr val="50637E"/>
                </a:solidFill>
                <a:latin typeface="Arial"/>
                <a:ea typeface="Arial"/>
                <a:cs typeface="Arial"/>
              </a:defRPr>
            </a:pPr>
            <a:r>
              <a:rPr sz="2250" b="0">
                <a:solidFill>
                  <a:srgbClr val="50637E"/>
                </a:solidFill>
                <a:latin typeface="Arial"/>
                <a:ea typeface="Arial"/>
                <a:cs typeface="Arial"/>
              </a:rPr>
              <a:t>Что требуется сделать</a:t>
            </a:r>
          </a:p>
          <a:p xmlns:a="http://schemas.openxmlformats.org/drawingml/2006/main">
            <a:pPr>
              <a:defRPr sz="2250" b="0">
                <a:solidFill>
                  <a:srgbClr val="50637E"/>
                </a:solidFill>
                <a:latin typeface="Arial"/>
                <a:ea typeface="Arial"/>
                <a:cs typeface="Arial"/>
              </a:defRPr>
            </a:pPr>
            <a:r>
              <a:rPr sz="2250" b="0">
                <a:solidFill>
                  <a:srgbClr val="50637E"/>
                </a:solidFill>
                <a:latin typeface="Arial"/>
                <a:ea typeface="Arial"/>
                <a:cs typeface="Arial"/>
              </a:rPr>
              <a:t>Кто подал и кто исполняет</a:t>
            </a:r>
          </a:p>
          <a:p xmlns:a="http://schemas.openxmlformats.org/drawingml/2006/main">
            <a:pPr>
              <a:defRPr sz="2250" b="0">
                <a:solidFill>
                  <a:srgbClr val="50637E"/>
                </a:solidFill>
                <a:latin typeface="Arial"/>
                <a:ea typeface="Arial"/>
                <a:cs typeface="Arial"/>
              </a:defRPr>
            </a:pPr>
            <a:r>
              <a:rPr sz="2250" b="0">
                <a:solidFill>
                  <a:srgbClr val="50637E"/>
                </a:solidFill>
                <a:latin typeface="Arial"/>
                <a:ea typeface="Arial"/>
                <a:cs typeface="Arial"/>
              </a:rPr>
              <a:t>На каком этапе работа</a:t>
            </a:r>
          </a:p>
          <a:p xmlns:a="http://schemas.openxmlformats.org/drawingml/2006/main">
            <a:pPr>
              <a:defRPr sz="2250" b="0">
                <a:solidFill>
                  <a:srgbClr val="50637E"/>
                </a:solidFill>
                <a:latin typeface="Arial"/>
                <a:ea typeface="Arial"/>
                <a:cs typeface="Arial"/>
              </a:defRPr>
            </a:pPr>
            <a:r>
              <a:rPr sz="2250" b="0">
                <a:solidFill>
                  <a:srgbClr val="50637E"/>
                </a:solidFill>
                <a:latin typeface="Arial"/>
                <a:ea typeface="Arial"/>
                <a:cs typeface="Arial"/>
              </a:rPr>
              <a:t>Обсуждение и документы</a:t>
            </a:r>
          </a:p>
          <a:p xmlns:a="http://schemas.openxmlformats.org/drawingml/2006/main">
            <a:pPr>
              <a:defRPr sz="2250" b="0">
                <a:solidFill>
                  <a:srgbClr val="50637E"/>
                </a:solidFill>
                <a:latin typeface="Arial"/>
                <a:ea typeface="Arial"/>
                <a:cs typeface="Arial"/>
              </a:defRPr>
            </a:pPr>
            <a:r>
              <a:rPr sz="2250" b="0">
                <a:solidFill>
                  <a:srgbClr val="50637E"/>
                </a:solidFill>
                <a:latin typeface="Arial"/>
                <a:ea typeface="Arial"/>
                <a:cs typeface="Arial"/>
              </a:rPr>
              <a:t>Результат и историю</a:t>
            </a:r>
          </a:p>
        </p:txBody>
      </p:sp>
      <p:pic>
        <p:nvPicPr>
          <p:cNvPr id="5" name="">
            <a:extLst xmlns:a="http://schemas.openxmlformats.org/drawingml/2006/main">
              <a:ext uri="{FF2B5EF4-FFF2-40B4-BE49-F238E27FC236}">
                <a16:creationId xmlns:a16="http://schemas.microsoft.com/office/drawing/2014/main" id="{AD2154FB-CB11-4DE5-AE56-751A3107AD5E}"/>
              </a:ext>
            </a:extLst>
          </p:cNvPr>
          <p:cNvPicPr>
            <a:picLocks xmlns:a="http://schemas.openxmlformats.org/drawingml/2006/main" noChangeAspect="1"/>
          </p:cNvPicPr>
          <p:nvPr/>
        </p:nvPicPr>
        <p:blipFill>
          <a:blip xmlns:r="http://schemas.openxmlformats.org/officeDocument/2006/relationships" xmlns:a="http://schemas.openxmlformats.org/drawingml/2006/main" r:embed="Rdfebc48d43984bab"/>
          <a:srcRect xmlns:a="http://schemas.openxmlformats.org/drawingml/2006/main" l="23000" t="20000" r="23000" b="15000"/>
          <a:stretch xmlns:a="http://schemas.openxmlformats.org/drawingml/2006/main"/>
        </p:blipFill>
        <p:spPr>
          <a:xfrm xmlns:a="http://schemas.openxmlformats.org/drawingml/2006/main">
            <a:off x="5381625" y="1476375"/>
            <a:ext cx="6191250" cy="4667250"/>
          </a:xfrm>
          <a:prstGeom xmlns:a="http://schemas.openxmlformats.org/drawingml/2006/main" prst="rect">
            <a:avLst/>
          </a:prstGeom>
        </p:spPr>
      </p:pic>
      <p:sp>
        <p:nvSpPr>
          <p:cNvPr id="6" name="text-13">
            <a:extLst xmlns:a="http://schemas.openxmlformats.org/drawingml/2006/main">
              <a:ext uri="{FF2B5EF4-FFF2-40B4-BE49-F238E27FC236}">
                <a16:creationId xmlns:a16="http://schemas.microsoft.com/office/drawing/2014/main" id="{09FB6A48-C60E-4605-BD42-D7E04820E2DA}"/>
              </a:ext>
            </a:extLst>
          </p:cNvPr>
          <p:cNvSpPr>
            <a:spLocks xmlns:a="http://schemas.openxmlformats.org/drawingml/2006/main" noGrp="1"/>
          </p:cNvSpPr>
          <p:nvPr/>
        </p:nvSpPr>
        <p:spPr>
          <a:xfrm xmlns:a="http://schemas.openxmlformats.org/drawingml/2006/main">
            <a:off x="5429250" y="61722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50637E"/>
                </a:solidFill>
                <a:latin typeface="Arial"/>
                <a:ea typeface="Arial"/>
                <a:cs typeface="Arial"/>
              </a:defRPr>
            </a:defPPr>
            <a:lvl1pPr>
              <a:defRPr sz="1350" b="0">
                <a:solidFill>
                  <a:srgbClr val="50637E"/>
                </a:solidFill>
                <a:latin typeface="Arial"/>
                <a:ea typeface="Arial"/>
                <a:cs typeface="Arial"/>
              </a:defRPr>
            </a:lvl1pPr>
            <a:lvl2pPr>
              <a:defRPr sz="1350" b="0">
                <a:solidFill>
                  <a:srgbClr val="50637E"/>
                </a:solidFill>
                <a:latin typeface="Arial"/>
                <a:ea typeface="Arial"/>
                <a:cs typeface="Arial"/>
              </a:defRPr>
            </a:lvl2pPr>
            <a:lvl3pPr>
              <a:defRPr sz="1350" b="0">
                <a:solidFill>
                  <a:srgbClr val="50637E"/>
                </a:solidFill>
                <a:latin typeface="Arial"/>
                <a:ea typeface="Arial"/>
                <a:cs typeface="Arial"/>
              </a:defRPr>
            </a:lvl3pPr>
            <a:lvl4pPr>
              <a:defRPr sz="1350" b="0">
                <a:solidFill>
                  <a:srgbClr val="50637E"/>
                </a:solidFill>
                <a:latin typeface="Arial"/>
                <a:ea typeface="Arial"/>
                <a:cs typeface="Arial"/>
              </a:defRPr>
            </a:lvl4pPr>
            <a:lvl5pPr>
              <a:defRPr sz="1350" b="0">
                <a:solidFill>
                  <a:srgbClr val="50637E"/>
                </a:solidFill>
                <a:latin typeface="Arial"/>
                <a:ea typeface="Arial"/>
                <a:cs typeface="Arial"/>
              </a:defRPr>
            </a:lvl5pPr>
            <a:lvl6pPr>
              <a:defRPr sz="1350" b="0">
                <a:solidFill>
                  <a:srgbClr val="50637E"/>
                </a:solidFill>
                <a:latin typeface="Arial"/>
                <a:ea typeface="Arial"/>
                <a:cs typeface="Arial"/>
              </a:defRPr>
            </a:lvl6pPr>
            <a:lvl7pPr>
              <a:defRPr sz="1350" b="0">
                <a:solidFill>
                  <a:srgbClr val="50637E"/>
                </a:solidFill>
                <a:latin typeface="Arial"/>
                <a:ea typeface="Arial"/>
                <a:cs typeface="Arial"/>
              </a:defRPr>
            </a:lvl7pPr>
            <a:lvl8pPr>
              <a:defRPr sz="1350" b="0">
                <a:solidFill>
                  <a:srgbClr val="50637E"/>
                </a:solidFill>
                <a:latin typeface="Arial"/>
                <a:ea typeface="Arial"/>
                <a:cs typeface="Arial"/>
              </a:defRPr>
            </a:lvl8pPr>
            <a:lvl9pPr>
              <a:defRPr sz="1350" b="0">
                <a:solidFill>
                  <a:srgbClr val="50637E"/>
                </a:solidFill>
                <a:latin typeface="Arial"/>
                <a:ea typeface="Arial"/>
                <a:cs typeface="Arial"/>
              </a:defRPr>
            </a:lvl9pPr>
          </a:lstStyle>
          <a:p xmlns:a="http://schemas.openxmlformats.org/drawingml/2006/main">
            <a:pPr>
              <a:defRPr sz="1350" b="0">
                <a:solidFill>
                  <a:srgbClr val="50637E"/>
                </a:solidFill>
                <a:latin typeface="Arial"/>
                <a:ea typeface="Arial"/>
                <a:cs typeface="Arial"/>
              </a:defRPr>
            </a:pPr>
            <a:r>
              <a:rPr sz="1350" b="0">
                <a:solidFill>
                  <a:srgbClr val="50637E"/>
                </a:solidFill>
                <a:latin typeface="Arial"/>
                <a:ea typeface="Arial"/>
                <a:cs typeface="Arial"/>
              </a:rPr>
              <a:t>Учебный пример интерфейса</a:t>
            </a:r>
          </a:p>
        </p:txBody>
      </p:sp>
    </p:spTree>
    <p:extLst>
      <p:ext uri="{BB962C8B-B14F-4D97-AF65-F5344CB8AC3E}">
        <p14:creationId xmlns:p14="http://schemas.microsoft.com/office/powerpoint/2010/main" val="18819736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4">
            <a:extLst xmlns:a="http://schemas.openxmlformats.org/drawingml/2006/main">
              <a:ext uri="{FF2B5EF4-FFF2-40B4-BE49-F238E27FC236}">
                <a16:creationId xmlns:a16="http://schemas.microsoft.com/office/drawing/2014/main" id="{19098511-76D1-4AAB-B271-530E49CA2AD5}"/>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C2446"/>
                </a:solidFill>
                <a:latin typeface="Arial"/>
                <a:ea typeface="Arial"/>
                <a:cs typeface="Arial"/>
              </a:defRPr>
            </a:defPPr>
            <a:lvl1pPr>
              <a:defRPr sz="3300" b="1">
                <a:solidFill>
                  <a:srgbClr val="0C2446"/>
                </a:solidFill>
                <a:latin typeface="Arial"/>
                <a:ea typeface="Arial"/>
                <a:cs typeface="Arial"/>
              </a:defRPr>
            </a:lvl1pPr>
            <a:lvl2pPr>
              <a:defRPr sz="3300" b="1">
                <a:solidFill>
                  <a:srgbClr val="0C2446"/>
                </a:solidFill>
                <a:latin typeface="Arial"/>
                <a:ea typeface="Arial"/>
                <a:cs typeface="Arial"/>
              </a:defRPr>
            </a:lvl2pPr>
            <a:lvl3pPr>
              <a:defRPr sz="3300" b="1">
                <a:solidFill>
                  <a:srgbClr val="0C2446"/>
                </a:solidFill>
                <a:latin typeface="Arial"/>
                <a:ea typeface="Arial"/>
                <a:cs typeface="Arial"/>
              </a:defRPr>
            </a:lvl3pPr>
            <a:lvl4pPr>
              <a:defRPr sz="3300" b="1">
                <a:solidFill>
                  <a:srgbClr val="0C2446"/>
                </a:solidFill>
                <a:latin typeface="Arial"/>
                <a:ea typeface="Arial"/>
                <a:cs typeface="Arial"/>
              </a:defRPr>
            </a:lvl4pPr>
            <a:lvl5pPr>
              <a:defRPr sz="3300" b="1">
                <a:solidFill>
                  <a:srgbClr val="0C2446"/>
                </a:solidFill>
                <a:latin typeface="Arial"/>
                <a:ea typeface="Arial"/>
                <a:cs typeface="Arial"/>
              </a:defRPr>
            </a:lvl5pPr>
            <a:lvl6pPr>
              <a:defRPr sz="3300" b="1">
                <a:solidFill>
                  <a:srgbClr val="0C2446"/>
                </a:solidFill>
                <a:latin typeface="Arial"/>
                <a:ea typeface="Arial"/>
                <a:cs typeface="Arial"/>
              </a:defRPr>
            </a:lvl6pPr>
            <a:lvl7pPr>
              <a:defRPr sz="3300" b="1">
                <a:solidFill>
                  <a:srgbClr val="0C2446"/>
                </a:solidFill>
                <a:latin typeface="Arial"/>
                <a:ea typeface="Arial"/>
                <a:cs typeface="Arial"/>
              </a:defRPr>
            </a:lvl7pPr>
            <a:lvl8pPr>
              <a:defRPr sz="3300" b="1">
                <a:solidFill>
                  <a:srgbClr val="0C2446"/>
                </a:solidFill>
                <a:latin typeface="Arial"/>
                <a:ea typeface="Arial"/>
                <a:cs typeface="Arial"/>
              </a:defRPr>
            </a:lvl8pPr>
            <a:lvl9pPr>
              <a:defRPr sz="3300" b="1">
                <a:solidFill>
                  <a:srgbClr val="0C2446"/>
                </a:solidFill>
                <a:latin typeface="Arial"/>
                <a:ea typeface="Arial"/>
                <a:cs typeface="Arial"/>
              </a:defRPr>
            </a:lvl9pPr>
          </a:lstStyle>
          <a:p xmlns:a="http://schemas.openxmlformats.org/drawingml/2006/main">
            <a:pPr>
              <a:defRPr sz="3300" b="1">
                <a:solidFill>
                  <a:srgbClr val="0C2446"/>
                </a:solidFill>
                <a:latin typeface="Arial"/>
                <a:ea typeface="Arial"/>
                <a:cs typeface="Arial"/>
              </a:defRPr>
            </a:pPr>
            <a:r>
              <a:rPr sz="3300" b="1">
                <a:solidFill>
                  <a:srgbClr val="0C2446"/>
                </a:solidFill>
                <a:latin typeface="Arial"/>
                <a:ea typeface="Arial"/>
                <a:cs typeface="Arial"/>
              </a:rPr>
              <a:t>Доска показывает очередь и ход обработки</a:t>
            </a:r>
          </a:p>
        </p:txBody>
      </p:sp>
      <p:sp>
        <p:nvSpPr>
          <p:cNvPr id="2" name="text-15">
            <a:extLst xmlns:a="http://schemas.openxmlformats.org/drawingml/2006/main">
              <a:ext uri="{FF2B5EF4-FFF2-40B4-BE49-F238E27FC236}">
                <a16:creationId xmlns:a16="http://schemas.microsoft.com/office/drawing/2014/main" id="{81DBE391-495F-4DF6-A821-5CEE6B821B27}"/>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37E"/>
                </a:solidFill>
                <a:latin typeface="Arial"/>
                <a:ea typeface="Arial"/>
                <a:cs typeface="Arial"/>
              </a:defRPr>
            </a:defPPr>
            <a:lvl1pPr>
              <a:defRPr sz="1275" b="0">
                <a:solidFill>
                  <a:srgbClr val="50637E"/>
                </a:solidFill>
                <a:latin typeface="Arial"/>
                <a:ea typeface="Arial"/>
                <a:cs typeface="Arial"/>
              </a:defRPr>
            </a:lvl1pPr>
            <a:lvl2pPr>
              <a:defRPr sz="1275" b="0">
                <a:solidFill>
                  <a:srgbClr val="50637E"/>
                </a:solidFill>
                <a:latin typeface="Arial"/>
                <a:ea typeface="Arial"/>
                <a:cs typeface="Arial"/>
              </a:defRPr>
            </a:lvl2pPr>
            <a:lvl3pPr>
              <a:defRPr sz="1275" b="0">
                <a:solidFill>
                  <a:srgbClr val="50637E"/>
                </a:solidFill>
                <a:latin typeface="Arial"/>
                <a:ea typeface="Arial"/>
                <a:cs typeface="Arial"/>
              </a:defRPr>
            </a:lvl3pPr>
            <a:lvl4pPr>
              <a:defRPr sz="1275" b="0">
                <a:solidFill>
                  <a:srgbClr val="50637E"/>
                </a:solidFill>
                <a:latin typeface="Arial"/>
                <a:ea typeface="Arial"/>
                <a:cs typeface="Arial"/>
              </a:defRPr>
            </a:lvl4pPr>
            <a:lvl5pPr>
              <a:defRPr sz="1275" b="0">
                <a:solidFill>
                  <a:srgbClr val="50637E"/>
                </a:solidFill>
                <a:latin typeface="Arial"/>
                <a:ea typeface="Arial"/>
                <a:cs typeface="Arial"/>
              </a:defRPr>
            </a:lvl5pPr>
            <a:lvl6pPr>
              <a:defRPr sz="1275" b="0">
                <a:solidFill>
                  <a:srgbClr val="50637E"/>
                </a:solidFill>
                <a:latin typeface="Arial"/>
                <a:ea typeface="Arial"/>
                <a:cs typeface="Arial"/>
              </a:defRPr>
            </a:lvl6pPr>
            <a:lvl7pPr>
              <a:defRPr sz="1275" b="0">
                <a:solidFill>
                  <a:srgbClr val="50637E"/>
                </a:solidFill>
                <a:latin typeface="Arial"/>
                <a:ea typeface="Arial"/>
                <a:cs typeface="Arial"/>
              </a:defRPr>
            </a:lvl7pPr>
            <a:lvl8pPr>
              <a:defRPr sz="1275" b="0">
                <a:solidFill>
                  <a:srgbClr val="50637E"/>
                </a:solidFill>
                <a:latin typeface="Arial"/>
                <a:ea typeface="Arial"/>
                <a:cs typeface="Arial"/>
              </a:defRPr>
            </a:lvl8pPr>
            <a:lvl9pPr>
              <a:defRPr sz="1275" b="0">
                <a:solidFill>
                  <a:srgbClr val="50637E"/>
                </a:solidFill>
                <a:latin typeface="Arial"/>
                <a:ea typeface="Arial"/>
                <a:cs typeface="Arial"/>
              </a:defRPr>
            </a:lvl9pPr>
          </a:lstStyle>
          <a:p xmlns:a="http://schemas.openxmlformats.org/drawingml/2006/main">
            <a:pPr>
              <a:defRPr sz="1275" b="0">
                <a:solidFill>
                  <a:srgbClr val="50637E"/>
                </a:solidFill>
                <a:latin typeface="Arial"/>
                <a:ea typeface="Arial"/>
                <a:cs typeface="Arial"/>
              </a:defRPr>
            </a:pPr>
            <a:r>
              <a:rPr sz="1275" b="0">
                <a:solidFill>
                  <a:srgbClr val="50637E"/>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9D3580CA-8580-4A08-AD9B-383225AEFE1C}"/>
              </a:ext>
            </a:extLst>
          </p:cNvPr>
          <p:cNvPicPr>
            <a:picLocks xmlns:a="http://schemas.openxmlformats.org/drawingml/2006/main" noChangeAspect="1"/>
          </p:cNvPicPr>
          <p:nvPr/>
        </p:nvPicPr>
        <p:blipFill>
          <a:blip xmlns:r="http://schemas.openxmlformats.org/officeDocument/2006/relationships" xmlns:a="http://schemas.openxmlformats.org/drawingml/2006/main" r:embed="Rf5f74475a14e45da"/>
          <a:srcRect xmlns:a="http://schemas.openxmlformats.org/drawingml/2006/main" l="18000" t="6500" r="0" b="28000"/>
          <a:stretch xmlns:a="http://schemas.openxmlformats.org/drawingml/2006/main"/>
        </p:blipFill>
        <p:spPr>
          <a:xfrm xmlns:a="http://schemas.openxmlformats.org/drawingml/2006/main">
            <a:off x="1238250" y="1447800"/>
            <a:ext cx="9715500" cy="4857750"/>
          </a:xfrm>
          <a:prstGeom xmlns:a="http://schemas.openxmlformats.org/drawingml/2006/main" prst="rect">
            <a:avLst/>
          </a:prstGeom>
        </p:spPr>
      </p:pic>
      <p:sp>
        <p:nvSpPr>
          <p:cNvPr id="4" name="text-16">
            <a:extLst xmlns:a="http://schemas.openxmlformats.org/drawingml/2006/main">
              <a:ext uri="{FF2B5EF4-FFF2-40B4-BE49-F238E27FC236}">
                <a16:creationId xmlns:a16="http://schemas.microsoft.com/office/drawing/2014/main" id="{317A8BBA-988D-460D-99C7-AA4EEDD97113}"/>
              </a:ext>
            </a:extLst>
          </p:cNvPr>
          <p:cNvSpPr>
            <a:spLocks xmlns:a="http://schemas.openxmlformats.org/drawingml/2006/main" noGrp="1"/>
          </p:cNvSpPr>
          <p:nvPr/>
        </p:nvSpPr>
        <p:spPr>
          <a:xfrm xmlns:a="http://schemas.openxmlformats.org/drawingml/2006/main">
            <a:off x="628650" y="63912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0637E"/>
                </a:solidFill>
                <a:latin typeface="Arial"/>
                <a:ea typeface="Arial"/>
                <a:cs typeface="Arial"/>
              </a:defRPr>
            </a:defPPr>
            <a:lvl1pPr>
              <a:defRPr sz="1650" b="0">
                <a:solidFill>
                  <a:srgbClr val="50637E"/>
                </a:solidFill>
                <a:latin typeface="Arial"/>
                <a:ea typeface="Arial"/>
                <a:cs typeface="Arial"/>
              </a:defRPr>
            </a:lvl1pPr>
            <a:lvl2pPr>
              <a:defRPr sz="1650" b="0">
                <a:solidFill>
                  <a:srgbClr val="50637E"/>
                </a:solidFill>
                <a:latin typeface="Arial"/>
                <a:ea typeface="Arial"/>
                <a:cs typeface="Arial"/>
              </a:defRPr>
            </a:lvl2pPr>
            <a:lvl3pPr>
              <a:defRPr sz="1650" b="0">
                <a:solidFill>
                  <a:srgbClr val="50637E"/>
                </a:solidFill>
                <a:latin typeface="Arial"/>
                <a:ea typeface="Arial"/>
                <a:cs typeface="Arial"/>
              </a:defRPr>
            </a:lvl3pPr>
            <a:lvl4pPr>
              <a:defRPr sz="1650" b="0">
                <a:solidFill>
                  <a:srgbClr val="50637E"/>
                </a:solidFill>
                <a:latin typeface="Arial"/>
                <a:ea typeface="Arial"/>
                <a:cs typeface="Arial"/>
              </a:defRPr>
            </a:lvl4pPr>
            <a:lvl5pPr>
              <a:defRPr sz="1650" b="0">
                <a:solidFill>
                  <a:srgbClr val="50637E"/>
                </a:solidFill>
                <a:latin typeface="Arial"/>
                <a:ea typeface="Arial"/>
                <a:cs typeface="Arial"/>
              </a:defRPr>
            </a:lvl5pPr>
            <a:lvl6pPr>
              <a:defRPr sz="1650" b="0">
                <a:solidFill>
                  <a:srgbClr val="50637E"/>
                </a:solidFill>
                <a:latin typeface="Arial"/>
                <a:ea typeface="Arial"/>
                <a:cs typeface="Arial"/>
              </a:defRPr>
            </a:lvl6pPr>
            <a:lvl7pPr>
              <a:defRPr sz="1650" b="0">
                <a:solidFill>
                  <a:srgbClr val="50637E"/>
                </a:solidFill>
                <a:latin typeface="Arial"/>
                <a:ea typeface="Arial"/>
                <a:cs typeface="Arial"/>
              </a:defRPr>
            </a:lvl7pPr>
            <a:lvl8pPr>
              <a:defRPr sz="1650" b="0">
                <a:solidFill>
                  <a:srgbClr val="50637E"/>
                </a:solidFill>
                <a:latin typeface="Arial"/>
                <a:ea typeface="Arial"/>
                <a:cs typeface="Arial"/>
              </a:defRPr>
            </a:lvl8pPr>
            <a:lvl9pPr>
              <a:defRPr sz="1650" b="0">
                <a:solidFill>
                  <a:srgbClr val="50637E"/>
                </a:solidFill>
                <a:latin typeface="Arial"/>
                <a:ea typeface="Arial"/>
                <a:cs typeface="Arial"/>
              </a:defRPr>
            </a:lvl9pPr>
          </a:lstStyle>
          <a:p xmlns:a="http://schemas.openxmlformats.org/drawingml/2006/main">
            <a:pPr>
              <a:defRPr sz="1650" b="0">
                <a:solidFill>
                  <a:srgbClr val="50637E"/>
                </a:solidFill>
                <a:latin typeface="Arial"/>
                <a:ea typeface="Arial"/>
                <a:cs typeface="Arial"/>
              </a:defRPr>
            </a:pPr>
            <a:r>
              <a:rPr sz="1650" b="0">
                <a:solidFill>
                  <a:srgbClr val="50637E"/>
                </a:solidFill>
                <a:latin typeface="Arial"/>
                <a:ea typeface="Arial"/>
                <a:cs typeface="Arial"/>
              </a:rPr>
              <a:t>Колонки, ответственные, поиск и архив доступны в одном пространстве.</a:t>
            </a:r>
          </a:p>
        </p:txBody>
      </p:sp>
    </p:spTree>
    <p:extLst>
      <p:ext uri="{BB962C8B-B14F-4D97-AF65-F5344CB8AC3E}">
        <p14:creationId xmlns:p14="http://schemas.microsoft.com/office/powerpoint/2010/main" val="18872823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7">
            <a:extLst xmlns:a="http://schemas.openxmlformats.org/drawingml/2006/main">
              <a:ext uri="{FF2B5EF4-FFF2-40B4-BE49-F238E27FC236}">
                <a16:creationId xmlns:a16="http://schemas.microsoft.com/office/drawing/2014/main" id="{241E3744-7EBC-4851-B5A5-38AFA92961BD}"/>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C2446"/>
                </a:solidFill>
                <a:latin typeface="Arial"/>
                <a:ea typeface="Arial"/>
                <a:cs typeface="Arial"/>
              </a:defRPr>
            </a:defPPr>
            <a:lvl1pPr>
              <a:defRPr sz="3300" b="1">
                <a:solidFill>
                  <a:srgbClr val="0C2446"/>
                </a:solidFill>
                <a:latin typeface="Arial"/>
                <a:ea typeface="Arial"/>
                <a:cs typeface="Arial"/>
              </a:defRPr>
            </a:lvl1pPr>
            <a:lvl2pPr>
              <a:defRPr sz="3300" b="1">
                <a:solidFill>
                  <a:srgbClr val="0C2446"/>
                </a:solidFill>
                <a:latin typeface="Arial"/>
                <a:ea typeface="Arial"/>
                <a:cs typeface="Arial"/>
              </a:defRPr>
            </a:lvl2pPr>
            <a:lvl3pPr>
              <a:defRPr sz="3300" b="1">
                <a:solidFill>
                  <a:srgbClr val="0C2446"/>
                </a:solidFill>
                <a:latin typeface="Arial"/>
                <a:ea typeface="Arial"/>
                <a:cs typeface="Arial"/>
              </a:defRPr>
            </a:lvl3pPr>
            <a:lvl4pPr>
              <a:defRPr sz="3300" b="1">
                <a:solidFill>
                  <a:srgbClr val="0C2446"/>
                </a:solidFill>
                <a:latin typeface="Arial"/>
                <a:ea typeface="Arial"/>
                <a:cs typeface="Arial"/>
              </a:defRPr>
            </a:lvl4pPr>
            <a:lvl5pPr>
              <a:defRPr sz="3300" b="1">
                <a:solidFill>
                  <a:srgbClr val="0C2446"/>
                </a:solidFill>
                <a:latin typeface="Arial"/>
                <a:ea typeface="Arial"/>
                <a:cs typeface="Arial"/>
              </a:defRPr>
            </a:lvl5pPr>
            <a:lvl6pPr>
              <a:defRPr sz="3300" b="1">
                <a:solidFill>
                  <a:srgbClr val="0C2446"/>
                </a:solidFill>
                <a:latin typeface="Arial"/>
                <a:ea typeface="Arial"/>
                <a:cs typeface="Arial"/>
              </a:defRPr>
            </a:lvl6pPr>
            <a:lvl7pPr>
              <a:defRPr sz="3300" b="1">
                <a:solidFill>
                  <a:srgbClr val="0C2446"/>
                </a:solidFill>
                <a:latin typeface="Arial"/>
                <a:ea typeface="Arial"/>
                <a:cs typeface="Arial"/>
              </a:defRPr>
            </a:lvl7pPr>
            <a:lvl8pPr>
              <a:defRPr sz="3300" b="1">
                <a:solidFill>
                  <a:srgbClr val="0C2446"/>
                </a:solidFill>
                <a:latin typeface="Arial"/>
                <a:ea typeface="Arial"/>
                <a:cs typeface="Arial"/>
              </a:defRPr>
            </a:lvl8pPr>
            <a:lvl9pPr>
              <a:defRPr sz="3300" b="1">
                <a:solidFill>
                  <a:srgbClr val="0C2446"/>
                </a:solidFill>
                <a:latin typeface="Arial"/>
                <a:ea typeface="Arial"/>
                <a:cs typeface="Arial"/>
              </a:defRPr>
            </a:lvl9pPr>
          </a:lstStyle>
          <a:p xmlns:a="http://schemas.openxmlformats.org/drawingml/2006/main">
            <a:pPr>
              <a:defRPr sz="3300" b="1">
                <a:solidFill>
                  <a:srgbClr val="0C2446"/>
                </a:solidFill>
                <a:latin typeface="Arial"/>
                <a:ea typeface="Arial"/>
                <a:cs typeface="Arial"/>
              </a:defRPr>
            </a:pPr>
            <a:r>
              <a:rPr sz="3300" b="1">
                <a:solidFill>
                  <a:srgbClr val="0C2446"/>
                </a:solidFill>
                <a:latin typeface="Arial"/>
                <a:ea typeface="Arial"/>
                <a:cs typeface="Arial"/>
              </a:rPr>
              <a:t>Пример процесса: «Безнал ОП»</a:t>
            </a:r>
          </a:p>
        </p:txBody>
      </p:sp>
      <p:sp>
        <p:nvSpPr>
          <p:cNvPr id="2" name="text-18">
            <a:extLst xmlns:a="http://schemas.openxmlformats.org/drawingml/2006/main">
              <a:ext uri="{FF2B5EF4-FFF2-40B4-BE49-F238E27FC236}">
                <a16:creationId xmlns:a16="http://schemas.microsoft.com/office/drawing/2014/main" id="{C79B765A-D375-42AF-BAD8-EB677003FEA7}"/>
              </a:ext>
            </a:extLst>
          </p:cNvPr>
          <p:cNvSpPr>
            <a:spLocks xmlns:a="http://schemas.openxmlformats.org/drawingml/2006/main" noGrp="1"/>
          </p:cNvSpPr>
          <p:nvPr/>
        </p:nvSpPr>
        <p:spPr>
          <a:xfrm xmlns:a="http://schemas.openxmlformats.org/drawingml/2006/main">
            <a:off x="628650" y="14001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0637E"/>
                </a:solidFill>
                <a:latin typeface="Arial"/>
                <a:ea typeface="Arial"/>
                <a:cs typeface="Arial"/>
              </a:defRPr>
            </a:defPPr>
            <a:lvl1pPr>
              <a:defRPr sz="1875" b="0">
                <a:solidFill>
                  <a:srgbClr val="50637E"/>
                </a:solidFill>
                <a:latin typeface="Arial"/>
                <a:ea typeface="Arial"/>
                <a:cs typeface="Arial"/>
              </a:defRPr>
            </a:lvl1pPr>
            <a:lvl2pPr>
              <a:defRPr sz="1875" b="0">
                <a:solidFill>
                  <a:srgbClr val="50637E"/>
                </a:solidFill>
                <a:latin typeface="Arial"/>
                <a:ea typeface="Arial"/>
                <a:cs typeface="Arial"/>
              </a:defRPr>
            </a:lvl2pPr>
            <a:lvl3pPr>
              <a:defRPr sz="1875" b="0">
                <a:solidFill>
                  <a:srgbClr val="50637E"/>
                </a:solidFill>
                <a:latin typeface="Arial"/>
                <a:ea typeface="Arial"/>
                <a:cs typeface="Arial"/>
              </a:defRPr>
            </a:lvl3pPr>
            <a:lvl4pPr>
              <a:defRPr sz="1875" b="0">
                <a:solidFill>
                  <a:srgbClr val="50637E"/>
                </a:solidFill>
                <a:latin typeface="Arial"/>
                <a:ea typeface="Arial"/>
                <a:cs typeface="Arial"/>
              </a:defRPr>
            </a:lvl4pPr>
            <a:lvl5pPr>
              <a:defRPr sz="1875" b="0">
                <a:solidFill>
                  <a:srgbClr val="50637E"/>
                </a:solidFill>
                <a:latin typeface="Arial"/>
                <a:ea typeface="Arial"/>
                <a:cs typeface="Arial"/>
              </a:defRPr>
            </a:lvl5pPr>
            <a:lvl6pPr>
              <a:defRPr sz="1875" b="0">
                <a:solidFill>
                  <a:srgbClr val="50637E"/>
                </a:solidFill>
                <a:latin typeface="Arial"/>
                <a:ea typeface="Arial"/>
                <a:cs typeface="Arial"/>
              </a:defRPr>
            </a:lvl6pPr>
            <a:lvl7pPr>
              <a:defRPr sz="1875" b="0">
                <a:solidFill>
                  <a:srgbClr val="50637E"/>
                </a:solidFill>
                <a:latin typeface="Arial"/>
                <a:ea typeface="Arial"/>
                <a:cs typeface="Arial"/>
              </a:defRPr>
            </a:lvl7pPr>
            <a:lvl8pPr>
              <a:defRPr sz="1875" b="0">
                <a:solidFill>
                  <a:srgbClr val="50637E"/>
                </a:solidFill>
                <a:latin typeface="Arial"/>
                <a:ea typeface="Arial"/>
                <a:cs typeface="Arial"/>
              </a:defRPr>
            </a:lvl8pPr>
            <a:lvl9pPr>
              <a:defRPr sz="1875" b="0">
                <a:solidFill>
                  <a:srgbClr val="50637E"/>
                </a:solidFill>
                <a:latin typeface="Arial"/>
                <a:ea typeface="Arial"/>
                <a:cs typeface="Arial"/>
              </a:defRPr>
            </a:lvl9pPr>
          </a:lstStyle>
          <a:p xmlns:a="http://schemas.openxmlformats.org/drawingml/2006/main">
            <a:pPr>
              <a:defRPr sz="1875" b="0">
                <a:solidFill>
                  <a:srgbClr val="50637E"/>
                </a:solidFill>
                <a:latin typeface="Arial"/>
                <a:ea typeface="Arial"/>
                <a:cs typeface="Arial"/>
              </a:defRPr>
            </a:pPr>
            <a:r>
              <a:rPr sz="1875" b="0">
                <a:solidFill>
                  <a:srgbClr val="50637E"/>
                </a:solidFill>
                <a:latin typeface="Arial"/>
                <a:ea typeface="Arial"/>
                <a:cs typeface="Arial"/>
              </a:rPr>
              <a:t>Один запрос на подготовку счёта, включая несколько заказов</a:t>
            </a:r>
          </a:p>
        </p:txBody>
      </p:sp>
      <p:sp>
        <p:nvSpPr>
          <p:cNvPr id="3" name="text-19">
            <a:extLst xmlns:a="http://schemas.openxmlformats.org/drawingml/2006/main">
              <a:ext uri="{FF2B5EF4-FFF2-40B4-BE49-F238E27FC236}">
                <a16:creationId xmlns:a16="http://schemas.microsoft.com/office/drawing/2014/main" id="{6A9C3AAD-DD7E-4881-92FB-1C2D4A931DD7}"/>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37E"/>
                </a:solidFill>
                <a:latin typeface="Arial"/>
                <a:ea typeface="Arial"/>
                <a:cs typeface="Arial"/>
              </a:defRPr>
            </a:defPPr>
            <a:lvl1pPr>
              <a:defRPr sz="1275" b="0">
                <a:solidFill>
                  <a:srgbClr val="50637E"/>
                </a:solidFill>
                <a:latin typeface="Arial"/>
                <a:ea typeface="Arial"/>
                <a:cs typeface="Arial"/>
              </a:defRPr>
            </a:lvl1pPr>
            <a:lvl2pPr>
              <a:defRPr sz="1275" b="0">
                <a:solidFill>
                  <a:srgbClr val="50637E"/>
                </a:solidFill>
                <a:latin typeface="Arial"/>
                <a:ea typeface="Arial"/>
                <a:cs typeface="Arial"/>
              </a:defRPr>
            </a:lvl2pPr>
            <a:lvl3pPr>
              <a:defRPr sz="1275" b="0">
                <a:solidFill>
                  <a:srgbClr val="50637E"/>
                </a:solidFill>
                <a:latin typeface="Arial"/>
                <a:ea typeface="Arial"/>
                <a:cs typeface="Arial"/>
              </a:defRPr>
            </a:lvl3pPr>
            <a:lvl4pPr>
              <a:defRPr sz="1275" b="0">
                <a:solidFill>
                  <a:srgbClr val="50637E"/>
                </a:solidFill>
                <a:latin typeface="Arial"/>
                <a:ea typeface="Arial"/>
                <a:cs typeface="Arial"/>
              </a:defRPr>
            </a:lvl4pPr>
            <a:lvl5pPr>
              <a:defRPr sz="1275" b="0">
                <a:solidFill>
                  <a:srgbClr val="50637E"/>
                </a:solidFill>
                <a:latin typeface="Arial"/>
                <a:ea typeface="Arial"/>
                <a:cs typeface="Arial"/>
              </a:defRPr>
            </a:lvl5pPr>
            <a:lvl6pPr>
              <a:defRPr sz="1275" b="0">
                <a:solidFill>
                  <a:srgbClr val="50637E"/>
                </a:solidFill>
                <a:latin typeface="Arial"/>
                <a:ea typeface="Arial"/>
                <a:cs typeface="Arial"/>
              </a:defRPr>
            </a:lvl6pPr>
            <a:lvl7pPr>
              <a:defRPr sz="1275" b="0">
                <a:solidFill>
                  <a:srgbClr val="50637E"/>
                </a:solidFill>
                <a:latin typeface="Arial"/>
                <a:ea typeface="Arial"/>
                <a:cs typeface="Arial"/>
              </a:defRPr>
            </a:lvl7pPr>
            <a:lvl8pPr>
              <a:defRPr sz="1275" b="0">
                <a:solidFill>
                  <a:srgbClr val="50637E"/>
                </a:solidFill>
                <a:latin typeface="Arial"/>
                <a:ea typeface="Arial"/>
                <a:cs typeface="Arial"/>
              </a:defRPr>
            </a:lvl8pPr>
            <a:lvl9pPr>
              <a:defRPr sz="1275" b="0">
                <a:solidFill>
                  <a:srgbClr val="50637E"/>
                </a:solidFill>
                <a:latin typeface="Arial"/>
                <a:ea typeface="Arial"/>
                <a:cs typeface="Arial"/>
              </a:defRPr>
            </a:lvl9pPr>
          </a:lstStyle>
          <a:p xmlns:a="http://schemas.openxmlformats.org/drawingml/2006/main">
            <a:pPr>
              <a:defRPr sz="1275" b="0">
                <a:solidFill>
                  <a:srgbClr val="50637E"/>
                </a:solidFill>
                <a:latin typeface="Arial"/>
                <a:ea typeface="Arial"/>
                <a:cs typeface="Arial"/>
              </a:defRPr>
            </a:pPr>
            <a:r>
              <a:rPr sz="1275" b="0">
                <a:solidFill>
                  <a:srgbClr val="50637E"/>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60206097-B1F2-47C5-923D-D46BA9FE0F7C}"/>
              </a:ext>
            </a:extLst>
          </p:cNvPr>
          <p:cNvGraphicFramePr/>
          <p:nvPr/>
        </p:nvGraphicFramePr>
        <p:xfrm>
          <a:off xmlns:a="http://schemas.openxmlformats.org/drawingml/2006/main" x="609600" y="2114550"/>
          <a:ext xmlns:a="http://schemas.openxmlformats.org/drawingml/2006/main" cx="10972800" cy="3667125"/>
        </p:xfrm>
        <a:graphic xmlns:a="http://schemas.openxmlformats.org/drawingml/2006/main">
          <a:graphicData uri="http://schemas.openxmlformats.org/drawingml/2006/table">
            <a:tbl>
              <a:tblPr/>
              <a:tblGrid>
                <a:gridCol w="2762250"/>
                <a:gridCol w="3238500"/>
                <a:gridCol w="4972050"/>
              </a:tblGrid>
              <a:tr h="733425">
                <a:tc>
                  <a:txBody>
                    <a:bodyPr wrap="square" lIns="114300" tIns="114300" rIns="114300" bIns="114300">
                      <a:noAutofit/>
                    </a:bodyPr>
                    <a:lstStyle/>
                    <a:p>
                      <a:r>
                        <a:rPr sz="1950" b="1">
                          <a:solidFill>
                            <a:srgbClr val="FFFFFF"/>
                          </a:solidFill>
                          <a:latin typeface="Arial"/>
                          <a:ea typeface="Arial"/>
                          <a:cs typeface="Arial"/>
                        </a:rPr>
                        <a:t>Шаг</a:t>
                      </a:r>
                    </a:p>
                  </a:txBody>
                  <a:tcPr marL="91440" marR="91440" marT="45720" marB="45720" anchor="ctr">
                    <a:lnL w="9525">
                      <a:solidFill>
                        <a:srgbClr val="D6E1F0"/>
                      </a:solidFill>
                      <a:prstDash val="solid"/>
                    </a:lnL>
                    <a:lnR w="9525">
                      <a:solidFill>
                        <a:srgbClr val="D6E1F0"/>
                      </a:solidFill>
                      <a:prstDash val="solid"/>
                    </a:lnR>
                    <a:lnT w="9525">
                      <a:solidFill>
                        <a:srgbClr val="D6E1F0"/>
                      </a:solidFill>
                      <a:prstDash val="solid"/>
                    </a:lnT>
                    <a:lnB w="9525">
                      <a:solidFill>
                        <a:srgbClr val="D6E1F0"/>
                      </a:solidFill>
                      <a:prstDash val="solid"/>
                    </a:lnB>
                    <a:solidFill>
                      <a:srgbClr val="0C2446"/>
                    </a:solidFill>
                  </a:tcPr>
                </a:tc>
                <a:tc>
                  <a:txBody>
                    <a:bodyPr wrap="square" lIns="114300" tIns="114300" rIns="114300" bIns="114300">
                      <a:noAutofit/>
                    </a:bodyPr>
                    <a:lstStyle/>
                    <a:p>
                      <a:r>
                        <a:rPr sz="1950" b="1">
                          <a:solidFill>
                            <a:srgbClr val="FFFFFF"/>
                          </a:solidFill>
                          <a:latin typeface="Arial"/>
                          <a:ea typeface="Arial"/>
                          <a:cs typeface="Arial"/>
                        </a:rPr>
                        <a:t>Кто действует</a:t>
                      </a:r>
                    </a:p>
                  </a:txBody>
                  <a:tcPr marL="91440" marR="91440" marT="45720" marB="45720" anchor="ctr">
                    <a:lnR w="9525">
                      <a:solidFill>
                        <a:srgbClr val="D6E1F0"/>
                      </a:solidFill>
                      <a:prstDash val="solid"/>
                    </a:lnR>
                    <a:lnT w="9525">
                      <a:solidFill>
                        <a:srgbClr val="D6E1F0"/>
                      </a:solidFill>
                      <a:prstDash val="solid"/>
                    </a:lnT>
                    <a:lnB w="9525">
                      <a:solidFill>
                        <a:srgbClr val="D6E1F0"/>
                      </a:solidFill>
                      <a:prstDash val="solid"/>
                    </a:lnB>
                    <a:solidFill>
                      <a:srgbClr val="0C2446"/>
                    </a:solidFill>
                  </a:tcPr>
                </a:tc>
                <a:tc>
                  <a:txBody>
                    <a:bodyPr wrap="square" lIns="114300" tIns="114300" rIns="114300" bIns="114300">
                      <a:noAutofit/>
                    </a:bodyPr>
                    <a:lstStyle/>
                    <a:p>
                      <a:r>
                        <a:rPr sz="1950" b="1">
                          <a:solidFill>
                            <a:srgbClr val="FFFFFF"/>
                          </a:solidFill>
                          <a:latin typeface="Arial"/>
                          <a:ea typeface="Arial"/>
                          <a:cs typeface="Arial"/>
                        </a:rPr>
                        <a:t>Что фиксирует система</a:t>
                      </a:r>
                    </a:p>
                  </a:txBody>
                  <a:tcPr marL="91440" marR="91440" marT="45720" marB="45720" anchor="ctr">
                    <a:lnR w="9525">
                      <a:solidFill>
                        <a:srgbClr val="D6E1F0"/>
                      </a:solidFill>
                      <a:prstDash val="solid"/>
                    </a:lnR>
                    <a:lnT w="9525">
                      <a:solidFill>
                        <a:srgbClr val="D6E1F0"/>
                      </a:solidFill>
                      <a:prstDash val="solid"/>
                    </a:lnT>
                    <a:lnB w="9525">
                      <a:solidFill>
                        <a:srgbClr val="D6E1F0"/>
                      </a:solidFill>
                      <a:prstDash val="solid"/>
                    </a:lnB>
                    <a:solidFill>
                      <a:srgbClr val="0C2446"/>
                    </a:solidFill>
                  </a:tcPr>
                </a:tc>
              </a:tr>
              <a:tr h="733425">
                <a:tc>
                  <a:txBody>
                    <a:bodyPr wrap="square" lIns="114300" tIns="114300" rIns="114300" bIns="114300">
                      <a:noAutofit/>
                    </a:bodyPr>
                    <a:lstStyle/>
                    <a:p>
                      <a:r>
                        <a:rPr sz="1800" b="0">
                          <a:solidFill>
                            <a:srgbClr val="16243A"/>
                          </a:solidFill>
                          <a:latin typeface="Arial"/>
                          <a:ea typeface="Arial"/>
                          <a:cs typeface="Arial"/>
                        </a:rPr>
                        <a:t>Подать обращение</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FFFFF"/>
                    </a:solidFill>
                  </a:tcPr>
                </a:tc>
                <a:tc>
                  <a:txBody>
                    <a:bodyPr wrap="square" lIns="114300" tIns="114300" rIns="114300" bIns="114300">
                      <a:noAutofit/>
                    </a:bodyPr>
                    <a:lstStyle/>
                    <a:p>
                      <a:r>
                        <a:rPr sz="1800" b="0">
                          <a:solidFill>
                            <a:srgbClr val="16243A"/>
                          </a:solidFill>
                          <a:latin typeface="Arial"/>
                          <a:ea typeface="Arial"/>
                          <a:cs typeface="Arial"/>
                        </a:rPr>
                        <a:t>Отдел продаж</a:t>
                      </a:r>
                    </a:p>
                  </a:txBody>
                  <a:tcPr marL="91440" marR="91440" marT="45720" marB="45720" anchor="ctr">
                    <a:lnR w="9525">
                      <a:solidFill>
                        <a:srgbClr val="D6E1F0"/>
                      </a:solidFill>
                      <a:prstDash val="solid"/>
                    </a:lnR>
                    <a:lnB w="9525">
                      <a:solidFill>
                        <a:srgbClr val="D6E1F0"/>
                      </a:solidFill>
                      <a:prstDash val="solid"/>
                    </a:lnB>
                    <a:solidFill>
                      <a:srgbClr val="FFFFFF"/>
                    </a:solidFill>
                  </a:tcPr>
                </a:tc>
                <a:tc>
                  <a:txBody>
                    <a:bodyPr wrap="square" lIns="114300" tIns="114300" rIns="114300" bIns="114300">
                      <a:noAutofit/>
                    </a:bodyPr>
                    <a:lstStyle/>
                    <a:p>
                      <a:r>
                        <a:rPr sz="1800" b="0">
                          <a:solidFill>
                            <a:srgbClr val="16243A"/>
                          </a:solidFill>
                          <a:latin typeface="Arial"/>
                          <a:ea typeface="Arial"/>
                          <a:cs typeface="Arial"/>
                        </a:rPr>
                        <a:t>Тему, описание работ, заказы и документы</a:t>
                      </a:r>
                    </a:p>
                  </a:txBody>
                  <a:tcPr marL="91440" marR="91440" marT="45720" marB="45720" anchor="ctr">
                    <a:lnR w="9525">
                      <a:solidFill>
                        <a:srgbClr val="D6E1F0"/>
                      </a:solidFill>
                      <a:prstDash val="solid"/>
                    </a:lnR>
                    <a:lnB w="9525">
                      <a:solidFill>
                        <a:srgbClr val="D6E1F0"/>
                      </a:solidFill>
                      <a:prstDash val="solid"/>
                    </a:lnB>
                    <a:solidFill>
                      <a:srgbClr val="FFFFFF"/>
                    </a:solidFill>
                  </a:tcPr>
                </a:tc>
              </a:tr>
              <a:tr h="733425">
                <a:tc>
                  <a:txBody>
                    <a:bodyPr wrap="square" lIns="114300" tIns="114300" rIns="114300" bIns="114300">
                      <a:noAutofit/>
                    </a:bodyPr>
                    <a:lstStyle/>
                    <a:p>
                      <a:r>
                        <a:rPr sz="1800" b="0">
                          <a:solidFill>
                            <a:srgbClr val="16243A"/>
                          </a:solidFill>
                          <a:latin typeface="Arial"/>
                          <a:ea typeface="Arial"/>
                          <a:cs typeface="Arial"/>
                        </a:rPr>
                        <a:t>Подготовить счёт</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0F5FC"/>
                    </a:solidFill>
                  </a:tcPr>
                </a:tc>
                <a:tc>
                  <a:txBody>
                    <a:bodyPr wrap="square" lIns="114300" tIns="114300" rIns="114300" bIns="114300">
                      <a:noAutofit/>
                    </a:bodyPr>
                    <a:lstStyle/>
                    <a:p>
                      <a:r>
                        <a:rPr sz="1800" b="0">
                          <a:solidFill>
                            <a:srgbClr val="16243A"/>
                          </a:solidFill>
                          <a:latin typeface="Arial"/>
                          <a:ea typeface="Arial"/>
                          <a:cs typeface="Arial"/>
                        </a:rPr>
                        <a:t>Бухгалтерия</a:t>
                      </a:r>
                    </a:p>
                  </a:txBody>
                  <a:tcPr marL="91440" marR="91440" marT="45720" marB="45720" anchor="ctr">
                    <a:lnR w="9525">
                      <a:solidFill>
                        <a:srgbClr val="D6E1F0"/>
                      </a:solidFill>
                      <a:prstDash val="solid"/>
                    </a:lnR>
                    <a:lnB w="9525">
                      <a:solidFill>
                        <a:srgbClr val="D6E1F0"/>
                      </a:solidFill>
                      <a:prstDash val="solid"/>
                    </a:lnB>
                    <a:solidFill>
                      <a:srgbClr val="F0F5FC"/>
                    </a:solidFill>
                  </a:tcPr>
                </a:tc>
                <a:tc>
                  <a:txBody>
                    <a:bodyPr wrap="square" lIns="114300" tIns="114300" rIns="114300" bIns="114300">
                      <a:noAutofit/>
                    </a:bodyPr>
                    <a:lstStyle/>
                    <a:p>
                      <a:r>
                        <a:rPr sz="1800" b="0">
                          <a:solidFill>
                            <a:srgbClr val="16243A"/>
                          </a:solidFill>
                          <a:latin typeface="Arial"/>
                          <a:ea typeface="Arial"/>
                          <a:cs typeface="Arial"/>
                        </a:rPr>
                        <a:t>Исполнителя, переписку и файл результата</a:t>
                      </a:r>
                    </a:p>
                  </a:txBody>
                  <a:tcPr marL="91440" marR="91440" marT="45720" marB="45720" anchor="ctr">
                    <a:lnR w="9525">
                      <a:solidFill>
                        <a:srgbClr val="D6E1F0"/>
                      </a:solidFill>
                      <a:prstDash val="solid"/>
                    </a:lnR>
                    <a:lnB w="9525">
                      <a:solidFill>
                        <a:srgbClr val="D6E1F0"/>
                      </a:solidFill>
                      <a:prstDash val="solid"/>
                    </a:lnB>
                    <a:solidFill>
                      <a:srgbClr val="F0F5FC"/>
                    </a:solidFill>
                  </a:tcPr>
                </a:tc>
              </a:tr>
              <a:tr h="733425">
                <a:tc>
                  <a:txBody>
                    <a:bodyPr wrap="square" lIns="114300" tIns="114300" rIns="114300" bIns="114300">
                      <a:noAutofit/>
                    </a:bodyPr>
                    <a:lstStyle/>
                    <a:p>
                      <a:r>
                        <a:rPr sz="1800" b="0">
                          <a:solidFill>
                            <a:srgbClr val="16243A"/>
                          </a:solidFill>
                          <a:latin typeface="Arial"/>
                          <a:ea typeface="Arial"/>
                          <a:cs typeface="Arial"/>
                        </a:rPr>
                        <a:t>Проверить результат</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FFFFF"/>
                    </a:solidFill>
                  </a:tcPr>
                </a:tc>
                <a:tc>
                  <a:txBody>
                    <a:bodyPr wrap="square" lIns="114300" tIns="114300" rIns="114300" bIns="114300">
                      <a:noAutofit/>
                    </a:bodyPr>
                    <a:lstStyle/>
                    <a:p>
                      <a:r>
                        <a:rPr sz="1800" b="0">
                          <a:solidFill>
                            <a:srgbClr val="16243A"/>
                          </a:solidFill>
                          <a:latin typeface="Arial"/>
                          <a:ea typeface="Arial"/>
                          <a:cs typeface="Arial"/>
                        </a:rPr>
                        <a:t>Отдел продаж</a:t>
                      </a:r>
                    </a:p>
                  </a:txBody>
                  <a:tcPr marL="91440" marR="91440" marT="45720" marB="45720" anchor="ctr">
                    <a:lnR w="9525">
                      <a:solidFill>
                        <a:srgbClr val="D6E1F0"/>
                      </a:solidFill>
                      <a:prstDash val="solid"/>
                    </a:lnR>
                    <a:lnB w="9525">
                      <a:solidFill>
                        <a:srgbClr val="D6E1F0"/>
                      </a:solidFill>
                      <a:prstDash val="solid"/>
                    </a:lnB>
                    <a:solidFill>
                      <a:srgbClr val="FFFFFF"/>
                    </a:solidFill>
                  </a:tcPr>
                </a:tc>
                <a:tc>
                  <a:txBody>
                    <a:bodyPr wrap="square" lIns="114300" tIns="114300" rIns="114300" bIns="114300">
                      <a:noAutofit/>
                    </a:bodyPr>
                    <a:lstStyle/>
                    <a:p>
                      <a:r>
                        <a:rPr sz="1800" b="0">
                          <a:solidFill>
                            <a:srgbClr val="16243A"/>
                          </a:solidFill>
                          <a:latin typeface="Arial"/>
                          <a:ea typeface="Arial"/>
                          <a:cs typeface="Arial"/>
                        </a:rPr>
                        <a:t>Принятие или возврат с причиной</a:t>
                      </a:r>
                    </a:p>
                  </a:txBody>
                  <a:tcPr marL="91440" marR="91440" marT="45720" marB="45720" anchor="ctr">
                    <a:lnR w="9525">
                      <a:solidFill>
                        <a:srgbClr val="D6E1F0"/>
                      </a:solidFill>
                      <a:prstDash val="solid"/>
                    </a:lnR>
                    <a:lnB w="9525">
                      <a:solidFill>
                        <a:srgbClr val="D6E1F0"/>
                      </a:solidFill>
                      <a:prstDash val="solid"/>
                    </a:lnB>
                    <a:solidFill>
                      <a:srgbClr val="FFFFFF"/>
                    </a:solidFill>
                  </a:tcPr>
                </a:tc>
              </a:tr>
              <a:tr h="733425">
                <a:tc>
                  <a:txBody>
                    <a:bodyPr wrap="square" lIns="114300" tIns="114300" rIns="114300" bIns="114300">
                      <a:noAutofit/>
                    </a:bodyPr>
                    <a:lstStyle/>
                    <a:p>
                      <a:r>
                        <a:rPr sz="1800" b="0">
                          <a:solidFill>
                            <a:srgbClr val="16243A"/>
                          </a:solidFill>
                          <a:latin typeface="Arial"/>
                          <a:ea typeface="Arial"/>
                          <a:cs typeface="Arial"/>
                        </a:rPr>
                        <a:t>Завершить обработку</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0F5FC"/>
                    </a:solidFill>
                  </a:tcPr>
                </a:tc>
                <a:tc>
                  <a:txBody>
                    <a:bodyPr wrap="square" lIns="114300" tIns="114300" rIns="114300" bIns="114300">
                      <a:noAutofit/>
                    </a:bodyPr>
                    <a:lstStyle/>
                    <a:p>
                      <a:r>
                        <a:rPr sz="1800" b="0">
                          <a:solidFill>
                            <a:srgbClr val="16243A"/>
                          </a:solidFill>
                          <a:latin typeface="Arial"/>
                          <a:ea typeface="Arial"/>
                          <a:cs typeface="Arial"/>
                        </a:rPr>
                        <a:t>Участник с правом приёмки</a:t>
                      </a:r>
                    </a:p>
                  </a:txBody>
                  <a:tcPr marL="91440" marR="91440" marT="45720" marB="45720" anchor="ctr">
                    <a:lnR w="9525">
                      <a:solidFill>
                        <a:srgbClr val="D6E1F0"/>
                      </a:solidFill>
                      <a:prstDash val="solid"/>
                    </a:lnR>
                    <a:lnB w="9525">
                      <a:solidFill>
                        <a:srgbClr val="D6E1F0"/>
                      </a:solidFill>
                      <a:prstDash val="solid"/>
                    </a:lnB>
                    <a:solidFill>
                      <a:srgbClr val="F0F5FC"/>
                    </a:solidFill>
                  </a:tcPr>
                </a:tc>
                <a:tc>
                  <a:txBody>
                    <a:bodyPr wrap="square" lIns="114300" tIns="114300" rIns="114300" bIns="114300">
                      <a:noAutofit/>
                    </a:bodyPr>
                    <a:lstStyle/>
                    <a:p>
                      <a:r>
                        <a:rPr sz="1800" b="0">
                          <a:solidFill>
                            <a:srgbClr val="16243A"/>
                          </a:solidFill>
                          <a:latin typeface="Arial"/>
                          <a:ea typeface="Arial"/>
                          <a:cs typeface="Arial"/>
                        </a:rPr>
                        <a:t>Историю обращения и результат в архиве</a:t>
                      </a:r>
                    </a:p>
                  </a:txBody>
                  <a:tcPr marL="91440" marR="91440" marT="45720" marB="45720" anchor="ctr">
                    <a:lnR w="9525">
                      <a:solidFill>
                        <a:srgbClr val="D6E1F0"/>
                      </a:solidFill>
                      <a:prstDash val="solid"/>
                    </a:lnR>
                    <a:lnB w="9525">
                      <a:solidFill>
                        <a:srgbClr val="D6E1F0"/>
                      </a:solidFill>
                      <a:prstDash val="solid"/>
                    </a:lnB>
                    <a:solidFill>
                      <a:srgbClr val="F0F5FC"/>
                    </a:solidFill>
                  </a:tcPr>
                </a:tc>
              </a:tr>
            </a:tbl>
          </a:graphicData>
        </a:graphic>
      </p:graphicFrame>
    </p:spTree>
    <p:extLst>
      <p:ext uri="{BB962C8B-B14F-4D97-AF65-F5344CB8AC3E}">
        <p14:creationId xmlns:p14="http://schemas.microsoft.com/office/powerpoint/2010/main" val="13365779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20">
            <a:extLst xmlns:a="http://schemas.openxmlformats.org/drawingml/2006/main">
              <a:ext uri="{FF2B5EF4-FFF2-40B4-BE49-F238E27FC236}">
                <a16:creationId xmlns:a16="http://schemas.microsoft.com/office/drawing/2014/main" id="{3488E1A1-6C1D-4C91-8537-14B99603AFF8}"/>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C2446"/>
                </a:solidFill>
                <a:latin typeface="Arial"/>
                <a:ea typeface="Arial"/>
                <a:cs typeface="Arial"/>
              </a:defRPr>
            </a:defPPr>
            <a:lvl1pPr>
              <a:defRPr sz="3300" b="1">
                <a:solidFill>
                  <a:srgbClr val="0C2446"/>
                </a:solidFill>
                <a:latin typeface="Arial"/>
                <a:ea typeface="Arial"/>
                <a:cs typeface="Arial"/>
              </a:defRPr>
            </a:lvl1pPr>
            <a:lvl2pPr>
              <a:defRPr sz="3300" b="1">
                <a:solidFill>
                  <a:srgbClr val="0C2446"/>
                </a:solidFill>
                <a:latin typeface="Arial"/>
                <a:ea typeface="Arial"/>
                <a:cs typeface="Arial"/>
              </a:defRPr>
            </a:lvl2pPr>
            <a:lvl3pPr>
              <a:defRPr sz="3300" b="1">
                <a:solidFill>
                  <a:srgbClr val="0C2446"/>
                </a:solidFill>
                <a:latin typeface="Arial"/>
                <a:ea typeface="Arial"/>
                <a:cs typeface="Arial"/>
              </a:defRPr>
            </a:lvl3pPr>
            <a:lvl4pPr>
              <a:defRPr sz="3300" b="1">
                <a:solidFill>
                  <a:srgbClr val="0C2446"/>
                </a:solidFill>
                <a:latin typeface="Arial"/>
                <a:ea typeface="Arial"/>
                <a:cs typeface="Arial"/>
              </a:defRPr>
            </a:lvl4pPr>
            <a:lvl5pPr>
              <a:defRPr sz="3300" b="1">
                <a:solidFill>
                  <a:srgbClr val="0C2446"/>
                </a:solidFill>
                <a:latin typeface="Arial"/>
                <a:ea typeface="Arial"/>
                <a:cs typeface="Arial"/>
              </a:defRPr>
            </a:lvl5pPr>
            <a:lvl6pPr>
              <a:defRPr sz="3300" b="1">
                <a:solidFill>
                  <a:srgbClr val="0C2446"/>
                </a:solidFill>
                <a:latin typeface="Arial"/>
                <a:ea typeface="Arial"/>
                <a:cs typeface="Arial"/>
              </a:defRPr>
            </a:lvl6pPr>
            <a:lvl7pPr>
              <a:defRPr sz="3300" b="1">
                <a:solidFill>
                  <a:srgbClr val="0C2446"/>
                </a:solidFill>
                <a:latin typeface="Arial"/>
                <a:ea typeface="Arial"/>
                <a:cs typeface="Arial"/>
              </a:defRPr>
            </a:lvl7pPr>
            <a:lvl8pPr>
              <a:defRPr sz="3300" b="1">
                <a:solidFill>
                  <a:srgbClr val="0C2446"/>
                </a:solidFill>
                <a:latin typeface="Arial"/>
                <a:ea typeface="Arial"/>
                <a:cs typeface="Arial"/>
              </a:defRPr>
            </a:lvl8pPr>
            <a:lvl9pPr>
              <a:defRPr sz="3300" b="1">
                <a:solidFill>
                  <a:srgbClr val="0C2446"/>
                </a:solidFill>
                <a:latin typeface="Arial"/>
                <a:ea typeface="Arial"/>
                <a:cs typeface="Arial"/>
              </a:defRPr>
            </a:lvl9pPr>
          </a:lstStyle>
          <a:p xmlns:a="http://schemas.openxmlformats.org/drawingml/2006/main">
            <a:pPr>
              <a:defRPr sz="3300" b="1">
                <a:solidFill>
                  <a:srgbClr val="0C2446"/>
                </a:solidFill>
                <a:latin typeface="Arial"/>
                <a:ea typeface="Arial"/>
                <a:cs typeface="Arial"/>
              </a:defRPr>
            </a:pPr>
            <a:r>
              <a:rPr sz="3300" b="1">
                <a:solidFill>
                  <a:srgbClr val="0C2446"/>
                </a:solidFill>
                <a:latin typeface="Arial"/>
                <a:ea typeface="Arial"/>
                <a:cs typeface="Arial"/>
              </a:rPr>
              <a:t>Пример процесса: IT-поддержка</a:t>
            </a:r>
          </a:p>
        </p:txBody>
      </p:sp>
      <p:sp>
        <p:nvSpPr>
          <p:cNvPr id="2" name="text-21">
            <a:extLst xmlns:a="http://schemas.openxmlformats.org/drawingml/2006/main">
              <a:ext uri="{FF2B5EF4-FFF2-40B4-BE49-F238E27FC236}">
                <a16:creationId xmlns:a16="http://schemas.microsoft.com/office/drawing/2014/main" id="{0F495424-FBD2-4B25-84B3-9717B5B11EA0}"/>
              </a:ext>
            </a:extLst>
          </p:cNvPr>
          <p:cNvSpPr>
            <a:spLocks xmlns:a="http://schemas.openxmlformats.org/drawingml/2006/main" noGrp="1"/>
          </p:cNvSpPr>
          <p:nvPr/>
        </p:nvSpPr>
        <p:spPr>
          <a:xfrm xmlns:a="http://schemas.openxmlformats.org/drawingml/2006/main">
            <a:off x="628650" y="14001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0637E"/>
                </a:solidFill>
                <a:latin typeface="Arial"/>
                <a:ea typeface="Arial"/>
                <a:cs typeface="Arial"/>
              </a:defRPr>
            </a:defPPr>
            <a:lvl1pPr>
              <a:defRPr sz="1875" b="0">
                <a:solidFill>
                  <a:srgbClr val="50637E"/>
                </a:solidFill>
                <a:latin typeface="Arial"/>
                <a:ea typeface="Arial"/>
                <a:cs typeface="Arial"/>
              </a:defRPr>
            </a:lvl1pPr>
            <a:lvl2pPr>
              <a:defRPr sz="1875" b="0">
                <a:solidFill>
                  <a:srgbClr val="50637E"/>
                </a:solidFill>
                <a:latin typeface="Arial"/>
                <a:ea typeface="Arial"/>
                <a:cs typeface="Arial"/>
              </a:defRPr>
            </a:lvl2pPr>
            <a:lvl3pPr>
              <a:defRPr sz="1875" b="0">
                <a:solidFill>
                  <a:srgbClr val="50637E"/>
                </a:solidFill>
                <a:latin typeface="Arial"/>
                <a:ea typeface="Arial"/>
                <a:cs typeface="Arial"/>
              </a:defRPr>
            </a:lvl3pPr>
            <a:lvl4pPr>
              <a:defRPr sz="1875" b="0">
                <a:solidFill>
                  <a:srgbClr val="50637E"/>
                </a:solidFill>
                <a:latin typeface="Arial"/>
                <a:ea typeface="Arial"/>
                <a:cs typeface="Arial"/>
              </a:defRPr>
            </a:lvl4pPr>
            <a:lvl5pPr>
              <a:defRPr sz="1875" b="0">
                <a:solidFill>
                  <a:srgbClr val="50637E"/>
                </a:solidFill>
                <a:latin typeface="Arial"/>
                <a:ea typeface="Arial"/>
                <a:cs typeface="Arial"/>
              </a:defRPr>
            </a:lvl5pPr>
            <a:lvl6pPr>
              <a:defRPr sz="1875" b="0">
                <a:solidFill>
                  <a:srgbClr val="50637E"/>
                </a:solidFill>
                <a:latin typeface="Arial"/>
                <a:ea typeface="Arial"/>
                <a:cs typeface="Arial"/>
              </a:defRPr>
            </a:lvl6pPr>
            <a:lvl7pPr>
              <a:defRPr sz="1875" b="0">
                <a:solidFill>
                  <a:srgbClr val="50637E"/>
                </a:solidFill>
                <a:latin typeface="Arial"/>
                <a:ea typeface="Arial"/>
                <a:cs typeface="Arial"/>
              </a:defRPr>
            </a:lvl7pPr>
            <a:lvl8pPr>
              <a:defRPr sz="1875" b="0">
                <a:solidFill>
                  <a:srgbClr val="50637E"/>
                </a:solidFill>
                <a:latin typeface="Arial"/>
                <a:ea typeface="Arial"/>
                <a:cs typeface="Arial"/>
              </a:defRPr>
            </a:lvl8pPr>
            <a:lvl9pPr>
              <a:defRPr sz="1875" b="0">
                <a:solidFill>
                  <a:srgbClr val="50637E"/>
                </a:solidFill>
                <a:latin typeface="Arial"/>
                <a:ea typeface="Arial"/>
                <a:cs typeface="Arial"/>
              </a:defRPr>
            </a:lvl9pPr>
          </a:lstStyle>
          <a:p xmlns:a="http://schemas.openxmlformats.org/drawingml/2006/main">
            <a:pPr>
              <a:defRPr sz="1875" b="0">
                <a:solidFill>
                  <a:srgbClr val="50637E"/>
                </a:solidFill>
                <a:latin typeface="Arial"/>
                <a:ea typeface="Arial"/>
                <a:cs typeface="Arial"/>
              </a:defRPr>
            </a:pPr>
            <a:r>
              <a:rPr sz="1875" b="0">
                <a:solidFill>
                  <a:srgbClr val="50637E"/>
                </a:solidFill>
                <a:latin typeface="Arial"/>
                <a:ea typeface="Arial"/>
                <a:cs typeface="Arial"/>
              </a:rPr>
              <a:t>Обращение сотрудника сохраняет контекст до решения проблемы</a:t>
            </a:r>
          </a:p>
        </p:txBody>
      </p:sp>
      <p:sp>
        <p:nvSpPr>
          <p:cNvPr id="3" name="text-22">
            <a:extLst xmlns:a="http://schemas.openxmlformats.org/drawingml/2006/main">
              <a:ext uri="{FF2B5EF4-FFF2-40B4-BE49-F238E27FC236}">
                <a16:creationId xmlns:a16="http://schemas.microsoft.com/office/drawing/2014/main" id="{38DBBF27-7B96-492D-A357-309A83D1BC86}"/>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37E"/>
                </a:solidFill>
                <a:latin typeface="Arial"/>
                <a:ea typeface="Arial"/>
                <a:cs typeface="Arial"/>
              </a:defRPr>
            </a:defPPr>
            <a:lvl1pPr>
              <a:defRPr sz="1275" b="0">
                <a:solidFill>
                  <a:srgbClr val="50637E"/>
                </a:solidFill>
                <a:latin typeface="Arial"/>
                <a:ea typeface="Arial"/>
                <a:cs typeface="Arial"/>
              </a:defRPr>
            </a:lvl1pPr>
            <a:lvl2pPr>
              <a:defRPr sz="1275" b="0">
                <a:solidFill>
                  <a:srgbClr val="50637E"/>
                </a:solidFill>
                <a:latin typeface="Arial"/>
                <a:ea typeface="Arial"/>
                <a:cs typeface="Arial"/>
              </a:defRPr>
            </a:lvl2pPr>
            <a:lvl3pPr>
              <a:defRPr sz="1275" b="0">
                <a:solidFill>
                  <a:srgbClr val="50637E"/>
                </a:solidFill>
                <a:latin typeface="Arial"/>
                <a:ea typeface="Arial"/>
                <a:cs typeface="Arial"/>
              </a:defRPr>
            </a:lvl3pPr>
            <a:lvl4pPr>
              <a:defRPr sz="1275" b="0">
                <a:solidFill>
                  <a:srgbClr val="50637E"/>
                </a:solidFill>
                <a:latin typeface="Arial"/>
                <a:ea typeface="Arial"/>
                <a:cs typeface="Arial"/>
              </a:defRPr>
            </a:lvl4pPr>
            <a:lvl5pPr>
              <a:defRPr sz="1275" b="0">
                <a:solidFill>
                  <a:srgbClr val="50637E"/>
                </a:solidFill>
                <a:latin typeface="Arial"/>
                <a:ea typeface="Arial"/>
                <a:cs typeface="Arial"/>
              </a:defRPr>
            </a:lvl5pPr>
            <a:lvl6pPr>
              <a:defRPr sz="1275" b="0">
                <a:solidFill>
                  <a:srgbClr val="50637E"/>
                </a:solidFill>
                <a:latin typeface="Arial"/>
                <a:ea typeface="Arial"/>
                <a:cs typeface="Arial"/>
              </a:defRPr>
            </a:lvl6pPr>
            <a:lvl7pPr>
              <a:defRPr sz="1275" b="0">
                <a:solidFill>
                  <a:srgbClr val="50637E"/>
                </a:solidFill>
                <a:latin typeface="Arial"/>
                <a:ea typeface="Arial"/>
                <a:cs typeface="Arial"/>
              </a:defRPr>
            </a:lvl7pPr>
            <a:lvl8pPr>
              <a:defRPr sz="1275" b="0">
                <a:solidFill>
                  <a:srgbClr val="50637E"/>
                </a:solidFill>
                <a:latin typeface="Arial"/>
                <a:ea typeface="Arial"/>
                <a:cs typeface="Arial"/>
              </a:defRPr>
            </a:lvl8pPr>
            <a:lvl9pPr>
              <a:defRPr sz="1275" b="0">
                <a:solidFill>
                  <a:srgbClr val="50637E"/>
                </a:solidFill>
                <a:latin typeface="Arial"/>
                <a:ea typeface="Arial"/>
                <a:cs typeface="Arial"/>
              </a:defRPr>
            </a:lvl9pPr>
          </a:lstStyle>
          <a:p xmlns:a="http://schemas.openxmlformats.org/drawingml/2006/main">
            <a:pPr>
              <a:defRPr sz="1275" b="0">
                <a:solidFill>
                  <a:srgbClr val="50637E"/>
                </a:solidFill>
                <a:latin typeface="Arial"/>
                <a:ea typeface="Arial"/>
                <a:cs typeface="Arial"/>
              </a:defRPr>
            </a:pPr>
            <a:r>
              <a:rPr sz="1275" b="0">
                <a:solidFill>
                  <a:srgbClr val="50637E"/>
                </a:solidFill>
                <a:latin typeface="Arial"/>
                <a:ea typeface="Arial"/>
                <a:cs typeface="Arial"/>
              </a:rPr>
              <a:t>06</a:t>
            </a:r>
          </a:p>
        </p:txBody>
      </p:sp>
      <p:sp>
        <p:nvSpPr>
          <p:cNvPr id="4" name="text-23">
            <a:extLst xmlns:a="http://schemas.openxmlformats.org/drawingml/2006/main">
              <a:ext uri="{FF2B5EF4-FFF2-40B4-BE49-F238E27FC236}">
                <a16:creationId xmlns:a16="http://schemas.microsoft.com/office/drawing/2014/main" id="{2D9B39B0-6269-48C7-85CA-23EADE454DAB}"/>
              </a:ext>
            </a:extLst>
          </p:cNvPr>
          <p:cNvSpPr>
            <a:spLocks xmlns:a="http://schemas.openxmlformats.org/drawingml/2006/main" noGrp="1"/>
          </p:cNvSpPr>
          <p:nvPr/>
        </p:nvSpPr>
        <p:spPr>
          <a:xfrm xmlns:a="http://schemas.openxmlformats.org/drawingml/2006/main">
            <a:off x="609600" y="200025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25BB5"/>
                </a:solidFill>
                <a:latin typeface="Arial"/>
                <a:ea typeface="Arial"/>
                <a:cs typeface="Arial"/>
              </a:defRPr>
            </a:defPPr>
            <a:lvl1pPr>
              <a:defRPr sz="2175" b="1">
                <a:solidFill>
                  <a:srgbClr val="225BB5"/>
                </a:solidFill>
                <a:latin typeface="Arial"/>
                <a:ea typeface="Arial"/>
                <a:cs typeface="Arial"/>
              </a:defRPr>
            </a:lvl1pPr>
            <a:lvl2pPr>
              <a:defRPr sz="2175" b="1">
                <a:solidFill>
                  <a:srgbClr val="225BB5"/>
                </a:solidFill>
                <a:latin typeface="Arial"/>
                <a:ea typeface="Arial"/>
                <a:cs typeface="Arial"/>
              </a:defRPr>
            </a:lvl2pPr>
            <a:lvl3pPr>
              <a:defRPr sz="2175" b="1">
                <a:solidFill>
                  <a:srgbClr val="225BB5"/>
                </a:solidFill>
                <a:latin typeface="Arial"/>
                <a:ea typeface="Arial"/>
                <a:cs typeface="Arial"/>
              </a:defRPr>
            </a:lvl3pPr>
            <a:lvl4pPr>
              <a:defRPr sz="2175" b="1">
                <a:solidFill>
                  <a:srgbClr val="225BB5"/>
                </a:solidFill>
                <a:latin typeface="Arial"/>
                <a:ea typeface="Arial"/>
                <a:cs typeface="Arial"/>
              </a:defRPr>
            </a:lvl4pPr>
            <a:lvl5pPr>
              <a:defRPr sz="2175" b="1">
                <a:solidFill>
                  <a:srgbClr val="225BB5"/>
                </a:solidFill>
                <a:latin typeface="Arial"/>
                <a:ea typeface="Arial"/>
                <a:cs typeface="Arial"/>
              </a:defRPr>
            </a:lvl5pPr>
            <a:lvl6pPr>
              <a:defRPr sz="2175" b="1">
                <a:solidFill>
                  <a:srgbClr val="225BB5"/>
                </a:solidFill>
                <a:latin typeface="Arial"/>
                <a:ea typeface="Arial"/>
                <a:cs typeface="Arial"/>
              </a:defRPr>
            </a:lvl6pPr>
            <a:lvl7pPr>
              <a:defRPr sz="2175" b="1">
                <a:solidFill>
                  <a:srgbClr val="225BB5"/>
                </a:solidFill>
                <a:latin typeface="Arial"/>
                <a:ea typeface="Arial"/>
                <a:cs typeface="Arial"/>
              </a:defRPr>
            </a:lvl7pPr>
            <a:lvl8pPr>
              <a:defRPr sz="2175" b="1">
                <a:solidFill>
                  <a:srgbClr val="225BB5"/>
                </a:solidFill>
                <a:latin typeface="Arial"/>
                <a:ea typeface="Arial"/>
                <a:cs typeface="Arial"/>
              </a:defRPr>
            </a:lvl8pPr>
            <a:lvl9pPr>
              <a:defRPr sz="2175" b="1">
                <a:solidFill>
                  <a:srgbClr val="225BB5"/>
                </a:solidFill>
                <a:latin typeface="Arial"/>
                <a:ea typeface="Arial"/>
                <a:cs typeface="Arial"/>
              </a:defRPr>
            </a:lvl9pPr>
          </a:lstStyle>
          <a:p xmlns:a="http://schemas.openxmlformats.org/drawingml/2006/main">
            <a:pPr>
              <a:defRPr sz="2175" b="1">
                <a:solidFill>
                  <a:srgbClr val="225BB5"/>
                </a:solidFill>
                <a:latin typeface="Arial"/>
                <a:ea typeface="Arial"/>
                <a:cs typeface="Arial"/>
              </a:defRPr>
            </a:pPr>
            <a:r>
              <a:rPr sz="2175" b="1">
                <a:solidFill>
                  <a:srgbClr val="225BB5"/>
                </a:solidFill>
                <a:latin typeface="Arial"/>
                <a:ea typeface="Arial"/>
                <a:cs typeface="Arial"/>
              </a:rPr>
              <a:t>01</a:t>
            </a:r>
          </a:p>
        </p:txBody>
      </p:sp>
      <p:sp>
        <p:nvSpPr>
          <p:cNvPr id="5" name="text-24">
            <a:extLst xmlns:a="http://schemas.openxmlformats.org/drawingml/2006/main">
              <a:ext uri="{FF2B5EF4-FFF2-40B4-BE49-F238E27FC236}">
                <a16:creationId xmlns:a16="http://schemas.microsoft.com/office/drawing/2014/main" id="{158410D4-FE4D-4748-A392-D492A3F90015}"/>
              </a:ext>
            </a:extLst>
          </p:cNvPr>
          <p:cNvSpPr>
            <a:spLocks xmlns:a="http://schemas.openxmlformats.org/drawingml/2006/main" noGrp="1"/>
          </p:cNvSpPr>
          <p:nvPr/>
        </p:nvSpPr>
        <p:spPr>
          <a:xfrm xmlns:a="http://schemas.openxmlformats.org/drawingml/2006/main">
            <a:off x="1333500" y="2000250"/>
            <a:ext cx="10039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C2446"/>
                </a:solidFill>
                <a:latin typeface="Arial"/>
                <a:ea typeface="Arial"/>
                <a:cs typeface="Arial"/>
              </a:defRPr>
            </a:defPPr>
            <a:lvl1pPr>
              <a:defRPr sz="2250" b="1">
                <a:solidFill>
                  <a:srgbClr val="0C2446"/>
                </a:solidFill>
                <a:latin typeface="Arial"/>
                <a:ea typeface="Arial"/>
                <a:cs typeface="Arial"/>
              </a:defRPr>
            </a:lvl1pPr>
            <a:lvl2pPr>
              <a:defRPr sz="2250" b="1">
                <a:solidFill>
                  <a:srgbClr val="0C2446"/>
                </a:solidFill>
                <a:latin typeface="Arial"/>
                <a:ea typeface="Arial"/>
                <a:cs typeface="Arial"/>
              </a:defRPr>
            </a:lvl2pPr>
            <a:lvl3pPr>
              <a:defRPr sz="2250" b="1">
                <a:solidFill>
                  <a:srgbClr val="0C2446"/>
                </a:solidFill>
                <a:latin typeface="Arial"/>
                <a:ea typeface="Arial"/>
                <a:cs typeface="Arial"/>
              </a:defRPr>
            </a:lvl3pPr>
            <a:lvl4pPr>
              <a:defRPr sz="2250" b="1">
                <a:solidFill>
                  <a:srgbClr val="0C2446"/>
                </a:solidFill>
                <a:latin typeface="Arial"/>
                <a:ea typeface="Arial"/>
                <a:cs typeface="Arial"/>
              </a:defRPr>
            </a:lvl4pPr>
            <a:lvl5pPr>
              <a:defRPr sz="2250" b="1">
                <a:solidFill>
                  <a:srgbClr val="0C2446"/>
                </a:solidFill>
                <a:latin typeface="Arial"/>
                <a:ea typeface="Arial"/>
                <a:cs typeface="Arial"/>
              </a:defRPr>
            </a:lvl5pPr>
            <a:lvl6pPr>
              <a:defRPr sz="2250" b="1">
                <a:solidFill>
                  <a:srgbClr val="0C2446"/>
                </a:solidFill>
                <a:latin typeface="Arial"/>
                <a:ea typeface="Arial"/>
                <a:cs typeface="Arial"/>
              </a:defRPr>
            </a:lvl6pPr>
            <a:lvl7pPr>
              <a:defRPr sz="2250" b="1">
                <a:solidFill>
                  <a:srgbClr val="0C2446"/>
                </a:solidFill>
                <a:latin typeface="Arial"/>
                <a:ea typeface="Arial"/>
                <a:cs typeface="Arial"/>
              </a:defRPr>
            </a:lvl7pPr>
            <a:lvl8pPr>
              <a:defRPr sz="2250" b="1">
                <a:solidFill>
                  <a:srgbClr val="0C2446"/>
                </a:solidFill>
                <a:latin typeface="Arial"/>
                <a:ea typeface="Arial"/>
                <a:cs typeface="Arial"/>
              </a:defRPr>
            </a:lvl8pPr>
            <a:lvl9pPr>
              <a:defRPr sz="2250" b="1">
                <a:solidFill>
                  <a:srgbClr val="0C2446"/>
                </a:solidFill>
                <a:latin typeface="Arial"/>
                <a:ea typeface="Arial"/>
                <a:cs typeface="Arial"/>
              </a:defRPr>
            </a:lvl9pPr>
          </a:lstStyle>
          <a:p xmlns:a="http://schemas.openxmlformats.org/drawingml/2006/main">
            <a:pPr>
              <a:defRPr sz="2250" b="1">
                <a:solidFill>
                  <a:srgbClr val="0C2446"/>
                </a:solidFill>
                <a:latin typeface="Arial"/>
                <a:ea typeface="Arial"/>
                <a:cs typeface="Arial"/>
              </a:defRPr>
            </a:pPr>
            <a:r>
              <a:rPr sz="2250" b="1">
                <a:solidFill>
                  <a:srgbClr val="0C2446"/>
                </a:solidFill>
                <a:latin typeface="Arial"/>
                <a:ea typeface="Arial"/>
                <a:cs typeface="Arial"/>
              </a:rPr>
              <a:t>Сотрудник описывает проблему</a:t>
            </a:r>
          </a:p>
        </p:txBody>
      </p:sp>
      <p:sp>
        <p:nvSpPr>
          <p:cNvPr id="6" name="text-25">
            <a:extLst xmlns:a="http://schemas.openxmlformats.org/drawingml/2006/main">
              <a:ext uri="{FF2B5EF4-FFF2-40B4-BE49-F238E27FC236}">
                <a16:creationId xmlns:a16="http://schemas.microsoft.com/office/drawing/2014/main" id="{F3943EE4-C0ED-4F81-A90D-B83D0612B193}"/>
              </a:ext>
            </a:extLst>
          </p:cNvPr>
          <p:cNvSpPr>
            <a:spLocks xmlns:a="http://schemas.openxmlformats.org/drawingml/2006/main" noGrp="1"/>
          </p:cNvSpPr>
          <p:nvPr/>
        </p:nvSpPr>
        <p:spPr>
          <a:xfrm xmlns:a="http://schemas.openxmlformats.org/drawingml/2006/main">
            <a:off x="1333500" y="2486025"/>
            <a:ext cx="1003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0637E"/>
                </a:solidFill>
                <a:latin typeface="Arial"/>
                <a:ea typeface="Arial"/>
                <a:cs typeface="Arial"/>
              </a:defRPr>
            </a:defPPr>
            <a:lvl1pPr>
              <a:defRPr sz="1950" b="0">
                <a:solidFill>
                  <a:srgbClr val="50637E"/>
                </a:solidFill>
                <a:latin typeface="Arial"/>
                <a:ea typeface="Arial"/>
                <a:cs typeface="Arial"/>
              </a:defRPr>
            </a:lvl1pPr>
            <a:lvl2pPr>
              <a:defRPr sz="1950" b="0">
                <a:solidFill>
                  <a:srgbClr val="50637E"/>
                </a:solidFill>
                <a:latin typeface="Arial"/>
                <a:ea typeface="Arial"/>
                <a:cs typeface="Arial"/>
              </a:defRPr>
            </a:lvl2pPr>
            <a:lvl3pPr>
              <a:defRPr sz="1950" b="0">
                <a:solidFill>
                  <a:srgbClr val="50637E"/>
                </a:solidFill>
                <a:latin typeface="Arial"/>
                <a:ea typeface="Arial"/>
                <a:cs typeface="Arial"/>
              </a:defRPr>
            </a:lvl3pPr>
            <a:lvl4pPr>
              <a:defRPr sz="1950" b="0">
                <a:solidFill>
                  <a:srgbClr val="50637E"/>
                </a:solidFill>
                <a:latin typeface="Arial"/>
                <a:ea typeface="Arial"/>
                <a:cs typeface="Arial"/>
              </a:defRPr>
            </a:lvl4pPr>
            <a:lvl5pPr>
              <a:defRPr sz="1950" b="0">
                <a:solidFill>
                  <a:srgbClr val="50637E"/>
                </a:solidFill>
                <a:latin typeface="Arial"/>
                <a:ea typeface="Arial"/>
                <a:cs typeface="Arial"/>
              </a:defRPr>
            </a:lvl5pPr>
            <a:lvl6pPr>
              <a:defRPr sz="1950" b="0">
                <a:solidFill>
                  <a:srgbClr val="50637E"/>
                </a:solidFill>
                <a:latin typeface="Arial"/>
                <a:ea typeface="Arial"/>
                <a:cs typeface="Arial"/>
              </a:defRPr>
            </a:lvl6pPr>
            <a:lvl7pPr>
              <a:defRPr sz="1950" b="0">
                <a:solidFill>
                  <a:srgbClr val="50637E"/>
                </a:solidFill>
                <a:latin typeface="Arial"/>
                <a:ea typeface="Arial"/>
                <a:cs typeface="Arial"/>
              </a:defRPr>
            </a:lvl7pPr>
            <a:lvl8pPr>
              <a:defRPr sz="1950" b="0">
                <a:solidFill>
                  <a:srgbClr val="50637E"/>
                </a:solidFill>
                <a:latin typeface="Arial"/>
                <a:ea typeface="Arial"/>
                <a:cs typeface="Arial"/>
              </a:defRPr>
            </a:lvl8pPr>
            <a:lvl9pPr>
              <a:defRPr sz="1950" b="0">
                <a:solidFill>
                  <a:srgbClr val="50637E"/>
                </a:solidFill>
                <a:latin typeface="Arial"/>
                <a:ea typeface="Arial"/>
                <a:cs typeface="Arial"/>
              </a:defRPr>
            </a:lvl9pPr>
          </a:lstStyle>
          <a:p xmlns:a="http://schemas.openxmlformats.org/drawingml/2006/main">
            <a:pPr>
              <a:defRPr sz="1950" b="0">
                <a:solidFill>
                  <a:srgbClr val="50637E"/>
                </a:solidFill>
                <a:latin typeface="Arial"/>
                <a:ea typeface="Arial"/>
                <a:cs typeface="Arial"/>
              </a:defRPr>
            </a:pPr>
            <a:r>
              <a:rPr sz="1950" b="0">
                <a:solidFill>
                  <a:srgbClr val="50637E"/>
                </a:solidFill>
                <a:latin typeface="Arial"/>
                <a:ea typeface="Arial"/>
                <a:cs typeface="Arial"/>
              </a:rPr>
              <a:t>Тема, подробности, срочность и вложения</a:t>
            </a:r>
          </a:p>
        </p:txBody>
      </p:sp>
      <p:sp>
        <p:nvSpPr>
          <p:cNvPr id="7" name="text-26">
            <a:extLst xmlns:a="http://schemas.openxmlformats.org/drawingml/2006/main">
              <a:ext uri="{FF2B5EF4-FFF2-40B4-BE49-F238E27FC236}">
                <a16:creationId xmlns:a16="http://schemas.microsoft.com/office/drawing/2014/main" id="{2531C4A0-091C-4805-B3C1-949E9BB1E84F}"/>
              </a:ext>
            </a:extLst>
          </p:cNvPr>
          <p:cNvSpPr>
            <a:spLocks xmlns:a="http://schemas.openxmlformats.org/drawingml/2006/main" noGrp="1"/>
          </p:cNvSpPr>
          <p:nvPr/>
        </p:nvSpPr>
        <p:spPr>
          <a:xfrm xmlns:a="http://schemas.openxmlformats.org/drawingml/2006/main">
            <a:off x="609600" y="325755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25BB5"/>
                </a:solidFill>
                <a:latin typeface="Arial"/>
                <a:ea typeface="Arial"/>
                <a:cs typeface="Arial"/>
              </a:defRPr>
            </a:defPPr>
            <a:lvl1pPr>
              <a:defRPr sz="2175" b="1">
                <a:solidFill>
                  <a:srgbClr val="225BB5"/>
                </a:solidFill>
                <a:latin typeface="Arial"/>
                <a:ea typeface="Arial"/>
                <a:cs typeface="Arial"/>
              </a:defRPr>
            </a:lvl1pPr>
            <a:lvl2pPr>
              <a:defRPr sz="2175" b="1">
                <a:solidFill>
                  <a:srgbClr val="225BB5"/>
                </a:solidFill>
                <a:latin typeface="Arial"/>
                <a:ea typeface="Arial"/>
                <a:cs typeface="Arial"/>
              </a:defRPr>
            </a:lvl2pPr>
            <a:lvl3pPr>
              <a:defRPr sz="2175" b="1">
                <a:solidFill>
                  <a:srgbClr val="225BB5"/>
                </a:solidFill>
                <a:latin typeface="Arial"/>
                <a:ea typeface="Arial"/>
                <a:cs typeface="Arial"/>
              </a:defRPr>
            </a:lvl3pPr>
            <a:lvl4pPr>
              <a:defRPr sz="2175" b="1">
                <a:solidFill>
                  <a:srgbClr val="225BB5"/>
                </a:solidFill>
                <a:latin typeface="Arial"/>
                <a:ea typeface="Arial"/>
                <a:cs typeface="Arial"/>
              </a:defRPr>
            </a:lvl4pPr>
            <a:lvl5pPr>
              <a:defRPr sz="2175" b="1">
                <a:solidFill>
                  <a:srgbClr val="225BB5"/>
                </a:solidFill>
                <a:latin typeface="Arial"/>
                <a:ea typeface="Arial"/>
                <a:cs typeface="Arial"/>
              </a:defRPr>
            </a:lvl5pPr>
            <a:lvl6pPr>
              <a:defRPr sz="2175" b="1">
                <a:solidFill>
                  <a:srgbClr val="225BB5"/>
                </a:solidFill>
                <a:latin typeface="Arial"/>
                <a:ea typeface="Arial"/>
                <a:cs typeface="Arial"/>
              </a:defRPr>
            </a:lvl6pPr>
            <a:lvl7pPr>
              <a:defRPr sz="2175" b="1">
                <a:solidFill>
                  <a:srgbClr val="225BB5"/>
                </a:solidFill>
                <a:latin typeface="Arial"/>
                <a:ea typeface="Arial"/>
                <a:cs typeface="Arial"/>
              </a:defRPr>
            </a:lvl7pPr>
            <a:lvl8pPr>
              <a:defRPr sz="2175" b="1">
                <a:solidFill>
                  <a:srgbClr val="225BB5"/>
                </a:solidFill>
                <a:latin typeface="Arial"/>
                <a:ea typeface="Arial"/>
                <a:cs typeface="Arial"/>
              </a:defRPr>
            </a:lvl8pPr>
            <a:lvl9pPr>
              <a:defRPr sz="2175" b="1">
                <a:solidFill>
                  <a:srgbClr val="225BB5"/>
                </a:solidFill>
                <a:latin typeface="Arial"/>
                <a:ea typeface="Arial"/>
                <a:cs typeface="Arial"/>
              </a:defRPr>
            </a:lvl9pPr>
          </a:lstStyle>
          <a:p xmlns:a="http://schemas.openxmlformats.org/drawingml/2006/main">
            <a:pPr>
              <a:defRPr sz="2175" b="1">
                <a:solidFill>
                  <a:srgbClr val="225BB5"/>
                </a:solidFill>
                <a:latin typeface="Arial"/>
                <a:ea typeface="Arial"/>
                <a:cs typeface="Arial"/>
              </a:defRPr>
            </a:pPr>
            <a:r>
              <a:rPr sz="2175" b="1">
                <a:solidFill>
                  <a:srgbClr val="225BB5"/>
                </a:solidFill>
                <a:latin typeface="Arial"/>
                <a:ea typeface="Arial"/>
                <a:cs typeface="Arial"/>
              </a:rPr>
              <a:t>02</a:t>
            </a:r>
          </a:p>
        </p:txBody>
      </p:sp>
      <p:sp>
        <p:nvSpPr>
          <p:cNvPr id="8" name="text-27">
            <a:extLst xmlns:a="http://schemas.openxmlformats.org/drawingml/2006/main">
              <a:ext uri="{FF2B5EF4-FFF2-40B4-BE49-F238E27FC236}">
                <a16:creationId xmlns:a16="http://schemas.microsoft.com/office/drawing/2014/main" id="{6C647865-4BDA-4404-895E-5D5DC2353434}"/>
              </a:ext>
            </a:extLst>
          </p:cNvPr>
          <p:cNvSpPr>
            <a:spLocks xmlns:a="http://schemas.openxmlformats.org/drawingml/2006/main" noGrp="1"/>
          </p:cNvSpPr>
          <p:nvPr/>
        </p:nvSpPr>
        <p:spPr>
          <a:xfrm xmlns:a="http://schemas.openxmlformats.org/drawingml/2006/main">
            <a:off x="1333500" y="3257550"/>
            <a:ext cx="10039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C2446"/>
                </a:solidFill>
                <a:latin typeface="Arial"/>
                <a:ea typeface="Arial"/>
                <a:cs typeface="Arial"/>
              </a:defRPr>
            </a:defPPr>
            <a:lvl1pPr>
              <a:defRPr sz="2250" b="1">
                <a:solidFill>
                  <a:srgbClr val="0C2446"/>
                </a:solidFill>
                <a:latin typeface="Arial"/>
                <a:ea typeface="Arial"/>
                <a:cs typeface="Arial"/>
              </a:defRPr>
            </a:lvl1pPr>
            <a:lvl2pPr>
              <a:defRPr sz="2250" b="1">
                <a:solidFill>
                  <a:srgbClr val="0C2446"/>
                </a:solidFill>
                <a:latin typeface="Arial"/>
                <a:ea typeface="Arial"/>
                <a:cs typeface="Arial"/>
              </a:defRPr>
            </a:lvl2pPr>
            <a:lvl3pPr>
              <a:defRPr sz="2250" b="1">
                <a:solidFill>
                  <a:srgbClr val="0C2446"/>
                </a:solidFill>
                <a:latin typeface="Arial"/>
                <a:ea typeface="Arial"/>
                <a:cs typeface="Arial"/>
              </a:defRPr>
            </a:lvl3pPr>
            <a:lvl4pPr>
              <a:defRPr sz="2250" b="1">
                <a:solidFill>
                  <a:srgbClr val="0C2446"/>
                </a:solidFill>
                <a:latin typeface="Arial"/>
                <a:ea typeface="Arial"/>
                <a:cs typeface="Arial"/>
              </a:defRPr>
            </a:lvl4pPr>
            <a:lvl5pPr>
              <a:defRPr sz="2250" b="1">
                <a:solidFill>
                  <a:srgbClr val="0C2446"/>
                </a:solidFill>
                <a:latin typeface="Arial"/>
                <a:ea typeface="Arial"/>
                <a:cs typeface="Arial"/>
              </a:defRPr>
            </a:lvl5pPr>
            <a:lvl6pPr>
              <a:defRPr sz="2250" b="1">
                <a:solidFill>
                  <a:srgbClr val="0C2446"/>
                </a:solidFill>
                <a:latin typeface="Arial"/>
                <a:ea typeface="Arial"/>
                <a:cs typeface="Arial"/>
              </a:defRPr>
            </a:lvl6pPr>
            <a:lvl7pPr>
              <a:defRPr sz="2250" b="1">
                <a:solidFill>
                  <a:srgbClr val="0C2446"/>
                </a:solidFill>
                <a:latin typeface="Arial"/>
                <a:ea typeface="Arial"/>
                <a:cs typeface="Arial"/>
              </a:defRPr>
            </a:lvl7pPr>
            <a:lvl8pPr>
              <a:defRPr sz="2250" b="1">
                <a:solidFill>
                  <a:srgbClr val="0C2446"/>
                </a:solidFill>
                <a:latin typeface="Arial"/>
                <a:ea typeface="Arial"/>
                <a:cs typeface="Arial"/>
              </a:defRPr>
            </a:lvl8pPr>
            <a:lvl9pPr>
              <a:defRPr sz="2250" b="1">
                <a:solidFill>
                  <a:srgbClr val="0C2446"/>
                </a:solidFill>
                <a:latin typeface="Arial"/>
                <a:ea typeface="Arial"/>
                <a:cs typeface="Arial"/>
              </a:defRPr>
            </a:lvl9pPr>
          </a:lstStyle>
          <a:p xmlns:a="http://schemas.openxmlformats.org/drawingml/2006/main">
            <a:pPr>
              <a:defRPr sz="2250" b="1">
                <a:solidFill>
                  <a:srgbClr val="0C2446"/>
                </a:solidFill>
                <a:latin typeface="Arial"/>
                <a:ea typeface="Arial"/>
                <a:cs typeface="Arial"/>
              </a:defRPr>
            </a:pPr>
            <a:r>
              <a:rPr sz="2250" b="1">
                <a:solidFill>
                  <a:srgbClr val="0C2446"/>
                </a:solidFill>
                <a:latin typeface="Arial"/>
                <a:ea typeface="Arial"/>
                <a:cs typeface="Arial"/>
              </a:rPr>
              <a:t>Специалист берёт обращение</a:t>
            </a:r>
          </a:p>
        </p:txBody>
      </p:sp>
      <p:sp>
        <p:nvSpPr>
          <p:cNvPr id="9" name="text-28">
            <a:extLst xmlns:a="http://schemas.openxmlformats.org/drawingml/2006/main">
              <a:ext uri="{FF2B5EF4-FFF2-40B4-BE49-F238E27FC236}">
                <a16:creationId xmlns:a16="http://schemas.microsoft.com/office/drawing/2014/main" id="{3EE50623-15B3-49EC-B2B9-1DA66FE22F47}"/>
              </a:ext>
            </a:extLst>
          </p:cNvPr>
          <p:cNvSpPr>
            <a:spLocks xmlns:a="http://schemas.openxmlformats.org/drawingml/2006/main" noGrp="1"/>
          </p:cNvSpPr>
          <p:nvPr/>
        </p:nvSpPr>
        <p:spPr>
          <a:xfrm xmlns:a="http://schemas.openxmlformats.org/drawingml/2006/main">
            <a:off x="1333500" y="3743325"/>
            <a:ext cx="1003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0637E"/>
                </a:solidFill>
                <a:latin typeface="Arial"/>
                <a:ea typeface="Arial"/>
                <a:cs typeface="Arial"/>
              </a:defRPr>
            </a:defPPr>
            <a:lvl1pPr>
              <a:defRPr sz="1950" b="0">
                <a:solidFill>
                  <a:srgbClr val="50637E"/>
                </a:solidFill>
                <a:latin typeface="Arial"/>
                <a:ea typeface="Arial"/>
                <a:cs typeface="Arial"/>
              </a:defRPr>
            </a:lvl1pPr>
            <a:lvl2pPr>
              <a:defRPr sz="1950" b="0">
                <a:solidFill>
                  <a:srgbClr val="50637E"/>
                </a:solidFill>
                <a:latin typeface="Arial"/>
                <a:ea typeface="Arial"/>
                <a:cs typeface="Arial"/>
              </a:defRPr>
            </a:lvl2pPr>
            <a:lvl3pPr>
              <a:defRPr sz="1950" b="0">
                <a:solidFill>
                  <a:srgbClr val="50637E"/>
                </a:solidFill>
                <a:latin typeface="Arial"/>
                <a:ea typeface="Arial"/>
                <a:cs typeface="Arial"/>
              </a:defRPr>
            </a:lvl3pPr>
            <a:lvl4pPr>
              <a:defRPr sz="1950" b="0">
                <a:solidFill>
                  <a:srgbClr val="50637E"/>
                </a:solidFill>
                <a:latin typeface="Arial"/>
                <a:ea typeface="Arial"/>
                <a:cs typeface="Arial"/>
              </a:defRPr>
            </a:lvl4pPr>
            <a:lvl5pPr>
              <a:defRPr sz="1950" b="0">
                <a:solidFill>
                  <a:srgbClr val="50637E"/>
                </a:solidFill>
                <a:latin typeface="Arial"/>
                <a:ea typeface="Arial"/>
                <a:cs typeface="Arial"/>
              </a:defRPr>
            </a:lvl5pPr>
            <a:lvl6pPr>
              <a:defRPr sz="1950" b="0">
                <a:solidFill>
                  <a:srgbClr val="50637E"/>
                </a:solidFill>
                <a:latin typeface="Arial"/>
                <a:ea typeface="Arial"/>
                <a:cs typeface="Arial"/>
              </a:defRPr>
            </a:lvl6pPr>
            <a:lvl7pPr>
              <a:defRPr sz="1950" b="0">
                <a:solidFill>
                  <a:srgbClr val="50637E"/>
                </a:solidFill>
                <a:latin typeface="Arial"/>
                <a:ea typeface="Arial"/>
                <a:cs typeface="Arial"/>
              </a:defRPr>
            </a:lvl7pPr>
            <a:lvl8pPr>
              <a:defRPr sz="1950" b="0">
                <a:solidFill>
                  <a:srgbClr val="50637E"/>
                </a:solidFill>
                <a:latin typeface="Arial"/>
                <a:ea typeface="Arial"/>
                <a:cs typeface="Arial"/>
              </a:defRPr>
            </a:lvl8pPr>
            <a:lvl9pPr>
              <a:defRPr sz="1950" b="0">
                <a:solidFill>
                  <a:srgbClr val="50637E"/>
                </a:solidFill>
                <a:latin typeface="Arial"/>
                <a:ea typeface="Arial"/>
                <a:cs typeface="Arial"/>
              </a:defRPr>
            </a:lvl9pPr>
          </a:lstStyle>
          <a:p xmlns:a="http://schemas.openxmlformats.org/drawingml/2006/main">
            <a:pPr>
              <a:defRPr sz="1950" b="0">
                <a:solidFill>
                  <a:srgbClr val="50637E"/>
                </a:solidFill>
                <a:latin typeface="Arial"/>
                <a:ea typeface="Arial"/>
                <a:cs typeface="Arial"/>
              </a:defRPr>
            </a:pPr>
            <a:r>
              <a:rPr sz="1950" b="0">
                <a:solidFill>
                  <a:srgbClr val="50637E"/>
                </a:solidFill>
                <a:latin typeface="Arial"/>
                <a:ea typeface="Arial"/>
                <a:cs typeface="Arial"/>
              </a:rPr>
              <a:t>Исполнитель уточняет детали в той же карточке</a:t>
            </a:r>
          </a:p>
        </p:txBody>
      </p:sp>
      <p:sp>
        <p:nvSpPr>
          <p:cNvPr id="10" name="text-29">
            <a:extLst xmlns:a="http://schemas.openxmlformats.org/drawingml/2006/main">
              <a:ext uri="{FF2B5EF4-FFF2-40B4-BE49-F238E27FC236}">
                <a16:creationId xmlns:a16="http://schemas.microsoft.com/office/drawing/2014/main" id="{9C4A0F7A-1C07-4306-96A6-B1523F03E4F7}"/>
              </a:ext>
            </a:extLst>
          </p:cNvPr>
          <p:cNvSpPr>
            <a:spLocks xmlns:a="http://schemas.openxmlformats.org/drawingml/2006/main" noGrp="1"/>
          </p:cNvSpPr>
          <p:nvPr/>
        </p:nvSpPr>
        <p:spPr>
          <a:xfrm xmlns:a="http://schemas.openxmlformats.org/drawingml/2006/main">
            <a:off x="609600" y="451485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25BB5"/>
                </a:solidFill>
                <a:latin typeface="Arial"/>
                <a:ea typeface="Arial"/>
                <a:cs typeface="Arial"/>
              </a:defRPr>
            </a:defPPr>
            <a:lvl1pPr>
              <a:defRPr sz="2175" b="1">
                <a:solidFill>
                  <a:srgbClr val="225BB5"/>
                </a:solidFill>
                <a:latin typeface="Arial"/>
                <a:ea typeface="Arial"/>
                <a:cs typeface="Arial"/>
              </a:defRPr>
            </a:lvl1pPr>
            <a:lvl2pPr>
              <a:defRPr sz="2175" b="1">
                <a:solidFill>
                  <a:srgbClr val="225BB5"/>
                </a:solidFill>
                <a:latin typeface="Arial"/>
                <a:ea typeface="Arial"/>
                <a:cs typeface="Arial"/>
              </a:defRPr>
            </a:lvl2pPr>
            <a:lvl3pPr>
              <a:defRPr sz="2175" b="1">
                <a:solidFill>
                  <a:srgbClr val="225BB5"/>
                </a:solidFill>
                <a:latin typeface="Arial"/>
                <a:ea typeface="Arial"/>
                <a:cs typeface="Arial"/>
              </a:defRPr>
            </a:lvl3pPr>
            <a:lvl4pPr>
              <a:defRPr sz="2175" b="1">
                <a:solidFill>
                  <a:srgbClr val="225BB5"/>
                </a:solidFill>
                <a:latin typeface="Arial"/>
                <a:ea typeface="Arial"/>
                <a:cs typeface="Arial"/>
              </a:defRPr>
            </a:lvl4pPr>
            <a:lvl5pPr>
              <a:defRPr sz="2175" b="1">
                <a:solidFill>
                  <a:srgbClr val="225BB5"/>
                </a:solidFill>
                <a:latin typeface="Arial"/>
                <a:ea typeface="Arial"/>
                <a:cs typeface="Arial"/>
              </a:defRPr>
            </a:lvl5pPr>
            <a:lvl6pPr>
              <a:defRPr sz="2175" b="1">
                <a:solidFill>
                  <a:srgbClr val="225BB5"/>
                </a:solidFill>
                <a:latin typeface="Arial"/>
                <a:ea typeface="Arial"/>
                <a:cs typeface="Arial"/>
              </a:defRPr>
            </a:lvl6pPr>
            <a:lvl7pPr>
              <a:defRPr sz="2175" b="1">
                <a:solidFill>
                  <a:srgbClr val="225BB5"/>
                </a:solidFill>
                <a:latin typeface="Arial"/>
                <a:ea typeface="Arial"/>
                <a:cs typeface="Arial"/>
              </a:defRPr>
            </a:lvl7pPr>
            <a:lvl8pPr>
              <a:defRPr sz="2175" b="1">
                <a:solidFill>
                  <a:srgbClr val="225BB5"/>
                </a:solidFill>
                <a:latin typeface="Arial"/>
                <a:ea typeface="Arial"/>
                <a:cs typeface="Arial"/>
              </a:defRPr>
            </a:lvl8pPr>
            <a:lvl9pPr>
              <a:defRPr sz="2175" b="1">
                <a:solidFill>
                  <a:srgbClr val="225BB5"/>
                </a:solidFill>
                <a:latin typeface="Arial"/>
                <a:ea typeface="Arial"/>
                <a:cs typeface="Arial"/>
              </a:defRPr>
            </a:lvl9pPr>
          </a:lstStyle>
          <a:p xmlns:a="http://schemas.openxmlformats.org/drawingml/2006/main">
            <a:pPr>
              <a:defRPr sz="2175" b="1">
                <a:solidFill>
                  <a:srgbClr val="225BB5"/>
                </a:solidFill>
                <a:latin typeface="Arial"/>
                <a:ea typeface="Arial"/>
                <a:cs typeface="Arial"/>
              </a:defRPr>
            </a:pPr>
            <a:r>
              <a:rPr sz="2175" b="1">
                <a:solidFill>
                  <a:srgbClr val="225BB5"/>
                </a:solidFill>
                <a:latin typeface="Arial"/>
                <a:ea typeface="Arial"/>
                <a:cs typeface="Arial"/>
              </a:rPr>
              <a:t>03</a:t>
            </a:r>
          </a:p>
        </p:txBody>
      </p:sp>
      <p:sp>
        <p:nvSpPr>
          <p:cNvPr id="11" name="text-30">
            <a:extLst xmlns:a="http://schemas.openxmlformats.org/drawingml/2006/main">
              <a:ext uri="{FF2B5EF4-FFF2-40B4-BE49-F238E27FC236}">
                <a16:creationId xmlns:a16="http://schemas.microsoft.com/office/drawing/2014/main" id="{3983F88B-4A50-499C-AEB7-1DFBDE3EDE62}"/>
              </a:ext>
            </a:extLst>
          </p:cNvPr>
          <p:cNvSpPr>
            <a:spLocks xmlns:a="http://schemas.openxmlformats.org/drawingml/2006/main" noGrp="1"/>
          </p:cNvSpPr>
          <p:nvPr/>
        </p:nvSpPr>
        <p:spPr>
          <a:xfrm xmlns:a="http://schemas.openxmlformats.org/drawingml/2006/main">
            <a:off x="1333500" y="4514850"/>
            <a:ext cx="10039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C2446"/>
                </a:solidFill>
                <a:latin typeface="Arial"/>
                <a:ea typeface="Arial"/>
                <a:cs typeface="Arial"/>
              </a:defRPr>
            </a:defPPr>
            <a:lvl1pPr>
              <a:defRPr sz="2250" b="1">
                <a:solidFill>
                  <a:srgbClr val="0C2446"/>
                </a:solidFill>
                <a:latin typeface="Arial"/>
                <a:ea typeface="Arial"/>
                <a:cs typeface="Arial"/>
              </a:defRPr>
            </a:lvl1pPr>
            <a:lvl2pPr>
              <a:defRPr sz="2250" b="1">
                <a:solidFill>
                  <a:srgbClr val="0C2446"/>
                </a:solidFill>
                <a:latin typeface="Arial"/>
                <a:ea typeface="Arial"/>
                <a:cs typeface="Arial"/>
              </a:defRPr>
            </a:lvl2pPr>
            <a:lvl3pPr>
              <a:defRPr sz="2250" b="1">
                <a:solidFill>
                  <a:srgbClr val="0C2446"/>
                </a:solidFill>
                <a:latin typeface="Arial"/>
                <a:ea typeface="Arial"/>
                <a:cs typeface="Arial"/>
              </a:defRPr>
            </a:lvl3pPr>
            <a:lvl4pPr>
              <a:defRPr sz="2250" b="1">
                <a:solidFill>
                  <a:srgbClr val="0C2446"/>
                </a:solidFill>
                <a:latin typeface="Arial"/>
                <a:ea typeface="Arial"/>
                <a:cs typeface="Arial"/>
              </a:defRPr>
            </a:lvl4pPr>
            <a:lvl5pPr>
              <a:defRPr sz="2250" b="1">
                <a:solidFill>
                  <a:srgbClr val="0C2446"/>
                </a:solidFill>
                <a:latin typeface="Arial"/>
                <a:ea typeface="Arial"/>
                <a:cs typeface="Arial"/>
              </a:defRPr>
            </a:lvl5pPr>
            <a:lvl6pPr>
              <a:defRPr sz="2250" b="1">
                <a:solidFill>
                  <a:srgbClr val="0C2446"/>
                </a:solidFill>
                <a:latin typeface="Arial"/>
                <a:ea typeface="Arial"/>
                <a:cs typeface="Arial"/>
              </a:defRPr>
            </a:lvl6pPr>
            <a:lvl7pPr>
              <a:defRPr sz="2250" b="1">
                <a:solidFill>
                  <a:srgbClr val="0C2446"/>
                </a:solidFill>
                <a:latin typeface="Arial"/>
                <a:ea typeface="Arial"/>
                <a:cs typeface="Arial"/>
              </a:defRPr>
            </a:lvl7pPr>
            <a:lvl8pPr>
              <a:defRPr sz="2250" b="1">
                <a:solidFill>
                  <a:srgbClr val="0C2446"/>
                </a:solidFill>
                <a:latin typeface="Arial"/>
                <a:ea typeface="Arial"/>
                <a:cs typeface="Arial"/>
              </a:defRPr>
            </a:lvl8pPr>
            <a:lvl9pPr>
              <a:defRPr sz="2250" b="1">
                <a:solidFill>
                  <a:srgbClr val="0C2446"/>
                </a:solidFill>
                <a:latin typeface="Arial"/>
                <a:ea typeface="Arial"/>
                <a:cs typeface="Arial"/>
              </a:defRPr>
            </a:lvl9pPr>
          </a:lstStyle>
          <a:p xmlns:a="http://schemas.openxmlformats.org/drawingml/2006/main">
            <a:pPr>
              <a:defRPr sz="2250" b="1">
                <a:solidFill>
                  <a:srgbClr val="0C2446"/>
                </a:solidFill>
                <a:latin typeface="Arial"/>
                <a:ea typeface="Arial"/>
                <a:cs typeface="Arial"/>
              </a:defRPr>
            </a:pPr>
            <a:r>
              <a:rPr sz="2250" b="1">
                <a:solidFill>
                  <a:srgbClr val="0C2446"/>
                </a:solidFill>
                <a:latin typeface="Arial"/>
                <a:ea typeface="Arial"/>
                <a:cs typeface="Arial"/>
              </a:rPr>
              <a:t>Результат остаётся доступным</a:t>
            </a:r>
          </a:p>
        </p:txBody>
      </p:sp>
      <p:sp>
        <p:nvSpPr>
          <p:cNvPr id="12" name="text-31">
            <a:extLst xmlns:a="http://schemas.openxmlformats.org/drawingml/2006/main">
              <a:ext uri="{FF2B5EF4-FFF2-40B4-BE49-F238E27FC236}">
                <a16:creationId xmlns:a16="http://schemas.microsoft.com/office/drawing/2014/main" id="{D0780075-F238-4DC1-BA41-973FF0B5DEAA}"/>
              </a:ext>
            </a:extLst>
          </p:cNvPr>
          <p:cNvSpPr>
            <a:spLocks xmlns:a="http://schemas.openxmlformats.org/drawingml/2006/main" noGrp="1"/>
          </p:cNvSpPr>
          <p:nvPr/>
        </p:nvSpPr>
        <p:spPr>
          <a:xfrm xmlns:a="http://schemas.openxmlformats.org/drawingml/2006/main">
            <a:off x="1333500" y="5000625"/>
            <a:ext cx="1003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0637E"/>
                </a:solidFill>
                <a:latin typeface="Arial"/>
                <a:ea typeface="Arial"/>
                <a:cs typeface="Arial"/>
              </a:defRPr>
            </a:defPPr>
            <a:lvl1pPr>
              <a:defRPr sz="1950" b="0">
                <a:solidFill>
                  <a:srgbClr val="50637E"/>
                </a:solidFill>
                <a:latin typeface="Arial"/>
                <a:ea typeface="Arial"/>
                <a:cs typeface="Arial"/>
              </a:defRPr>
            </a:lvl1pPr>
            <a:lvl2pPr>
              <a:defRPr sz="1950" b="0">
                <a:solidFill>
                  <a:srgbClr val="50637E"/>
                </a:solidFill>
                <a:latin typeface="Arial"/>
                <a:ea typeface="Arial"/>
                <a:cs typeface="Arial"/>
              </a:defRPr>
            </a:lvl2pPr>
            <a:lvl3pPr>
              <a:defRPr sz="1950" b="0">
                <a:solidFill>
                  <a:srgbClr val="50637E"/>
                </a:solidFill>
                <a:latin typeface="Arial"/>
                <a:ea typeface="Arial"/>
                <a:cs typeface="Arial"/>
              </a:defRPr>
            </a:lvl3pPr>
            <a:lvl4pPr>
              <a:defRPr sz="1950" b="0">
                <a:solidFill>
                  <a:srgbClr val="50637E"/>
                </a:solidFill>
                <a:latin typeface="Arial"/>
                <a:ea typeface="Arial"/>
                <a:cs typeface="Arial"/>
              </a:defRPr>
            </a:lvl4pPr>
            <a:lvl5pPr>
              <a:defRPr sz="1950" b="0">
                <a:solidFill>
                  <a:srgbClr val="50637E"/>
                </a:solidFill>
                <a:latin typeface="Arial"/>
                <a:ea typeface="Arial"/>
                <a:cs typeface="Arial"/>
              </a:defRPr>
            </a:lvl5pPr>
            <a:lvl6pPr>
              <a:defRPr sz="1950" b="0">
                <a:solidFill>
                  <a:srgbClr val="50637E"/>
                </a:solidFill>
                <a:latin typeface="Arial"/>
                <a:ea typeface="Arial"/>
                <a:cs typeface="Arial"/>
              </a:defRPr>
            </a:lvl6pPr>
            <a:lvl7pPr>
              <a:defRPr sz="1950" b="0">
                <a:solidFill>
                  <a:srgbClr val="50637E"/>
                </a:solidFill>
                <a:latin typeface="Arial"/>
                <a:ea typeface="Arial"/>
                <a:cs typeface="Arial"/>
              </a:defRPr>
            </a:lvl7pPr>
            <a:lvl8pPr>
              <a:defRPr sz="1950" b="0">
                <a:solidFill>
                  <a:srgbClr val="50637E"/>
                </a:solidFill>
                <a:latin typeface="Arial"/>
                <a:ea typeface="Arial"/>
                <a:cs typeface="Arial"/>
              </a:defRPr>
            </a:lvl8pPr>
            <a:lvl9pPr>
              <a:defRPr sz="1950" b="0">
                <a:solidFill>
                  <a:srgbClr val="50637E"/>
                </a:solidFill>
                <a:latin typeface="Arial"/>
                <a:ea typeface="Arial"/>
                <a:cs typeface="Arial"/>
              </a:defRPr>
            </a:lvl9pPr>
          </a:lstStyle>
          <a:p xmlns:a="http://schemas.openxmlformats.org/drawingml/2006/main">
            <a:pPr>
              <a:defRPr sz="1950" b="0">
                <a:solidFill>
                  <a:srgbClr val="50637E"/>
                </a:solidFill>
                <a:latin typeface="Arial"/>
                <a:ea typeface="Arial"/>
                <a:cs typeface="Arial"/>
              </a:defRPr>
            </a:pPr>
            <a:r>
              <a:rPr sz="1950" b="0">
                <a:solidFill>
                  <a:srgbClr val="50637E"/>
                </a:solidFill>
                <a:latin typeface="Arial"/>
                <a:ea typeface="Arial"/>
                <a:cs typeface="Arial"/>
              </a:rPr>
              <a:t>Обработка, обсуждение и история сохраняются вместе</a:t>
            </a:r>
          </a:p>
        </p:txBody>
      </p:sp>
    </p:spTree>
    <p:extLst>
      <p:ext uri="{BB962C8B-B14F-4D97-AF65-F5344CB8AC3E}">
        <p14:creationId xmlns:p14="http://schemas.microsoft.com/office/powerpoint/2010/main" val="7810158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32">
            <a:extLst xmlns:a="http://schemas.openxmlformats.org/drawingml/2006/main">
              <a:ext uri="{FF2B5EF4-FFF2-40B4-BE49-F238E27FC236}">
                <a16:creationId xmlns:a16="http://schemas.microsoft.com/office/drawing/2014/main" id="{946D51A8-89BD-4943-9677-A05EE5ADA863}"/>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C2446"/>
                </a:solidFill>
                <a:latin typeface="Arial"/>
                <a:ea typeface="Arial"/>
                <a:cs typeface="Arial"/>
              </a:defRPr>
            </a:defPPr>
            <a:lvl1pPr>
              <a:defRPr sz="3300" b="1">
                <a:solidFill>
                  <a:srgbClr val="0C2446"/>
                </a:solidFill>
                <a:latin typeface="Arial"/>
                <a:ea typeface="Arial"/>
                <a:cs typeface="Arial"/>
              </a:defRPr>
            </a:lvl1pPr>
            <a:lvl2pPr>
              <a:defRPr sz="3300" b="1">
                <a:solidFill>
                  <a:srgbClr val="0C2446"/>
                </a:solidFill>
                <a:latin typeface="Arial"/>
                <a:ea typeface="Arial"/>
                <a:cs typeface="Arial"/>
              </a:defRPr>
            </a:lvl2pPr>
            <a:lvl3pPr>
              <a:defRPr sz="3300" b="1">
                <a:solidFill>
                  <a:srgbClr val="0C2446"/>
                </a:solidFill>
                <a:latin typeface="Arial"/>
                <a:ea typeface="Arial"/>
                <a:cs typeface="Arial"/>
              </a:defRPr>
            </a:lvl3pPr>
            <a:lvl4pPr>
              <a:defRPr sz="3300" b="1">
                <a:solidFill>
                  <a:srgbClr val="0C2446"/>
                </a:solidFill>
                <a:latin typeface="Arial"/>
                <a:ea typeface="Arial"/>
                <a:cs typeface="Arial"/>
              </a:defRPr>
            </a:lvl4pPr>
            <a:lvl5pPr>
              <a:defRPr sz="3300" b="1">
                <a:solidFill>
                  <a:srgbClr val="0C2446"/>
                </a:solidFill>
                <a:latin typeface="Arial"/>
                <a:ea typeface="Arial"/>
                <a:cs typeface="Arial"/>
              </a:defRPr>
            </a:lvl5pPr>
            <a:lvl6pPr>
              <a:defRPr sz="3300" b="1">
                <a:solidFill>
                  <a:srgbClr val="0C2446"/>
                </a:solidFill>
                <a:latin typeface="Arial"/>
                <a:ea typeface="Arial"/>
                <a:cs typeface="Arial"/>
              </a:defRPr>
            </a:lvl6pPr>
            <a:lvl7pPr>
              <a:defRPr sz="3300" b="1">
                <a:solidFill>
                  <a:srgbClr val="0C2446"/>
                </a:solidFill>
                <a:latin typeface="Arial"/>
                <a:ea typeface="Arial"/>
                <a:cs typeface="Arial"/>
              </a:defRPr>
            </a:lvl7pPr>
            <a:lvl8pPr>
              <a:defRPr sz="3300" b="1">
                <a:solidFill>
                  <a:srgbClr val="0C2446"/>
                </a:solidFill>
                <a:latin typeface="Arial"/>
                <a:ea typeface="Arial"/>
                <a:cs typeface="Arial"/>
              </a:defRPr>
            </a:lvl8pPr>
            <a:lvl9pPr>
              <a:defRPr sz="3300" b="1">
                <a:solidFill>
                  <a:srgbClr val="0C2446"/>
                </a:solidFill>
                <a:latin typeface="Arial"/>
                <a:ea typeface="Arial"/>
                <a:cs typeface="Arial"/>
              </a:defRPr>
            </a:lvl9pPr>
          </a:lstStyle>
          <a:p xmlns:a="http://schemas.openxmlformats.org/drawingml/2006/main">
            <a:pPr>
              <a:defRPr sz="3300" b="1">
                <a:solidFill>
                  <a:srgbClr val="0C2446"/>
                </a:solidFill>
                <a:latin typeface="Arial"/>
                <a:ea typeface="Arial"/>
                <a:cs typeface="Arial"/>
              </a:defRPr>
            </a:pPr>
            <a:r>
              <a:rPr sz="3300" b="1">
                <a:solidFill>
                  <a:srgbClr val="0C2446"/>
                </a:solidFill>
                <a:latin typeface="Arial"/>
                <a:ea typeface="Arial"/>
                <a:cs typeface="Arial"/>
              </a:rPr>
              <a:t>Администрирование определяет правила работы</a:t>
            </a:r>
          </a:p>
        </p:txBody>
      </p:sp>
      <p:sp>
        <p:nvSpPr>
          <p:cNvPr id="2" name="text-33">
            <a:extLst xmlns:a="http://schemas.openxmlformats.org/drawingml/2006/main">
              <a:ext uri="{FF2B5EF4-FFF2-40B4-BE49-F238E27FC236}">
                <a16:creationId xmlns:a16="http://schemas.microsoft.com/office/drawing/2014/main" id="{3970BA15-4951-4107-8268-2FF3392EC16B}"/>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37E"/>
                </a:solidFill>
                <a:latin typeface="Arial"/>
                <a:ea typeface="Arial"/>
                <a:cs typeface="Arial"/>
              </a:defRPr>
            </a:defPPr>
            <a:lvl1pPr>
              <a:defRPr sz="1275" b="0">
                <a:solidFill>
                  <a:srgbClr val="50637E"/>
                </a:solidFill>
                <a:latin typeface="Arial"/>
                <a:ea typeface="Arial"/>
                <a:cs typeface="Arial"/>
              </a:defRPr>
            </a:lvl1pPr>
            <a:lvl2pPr>
              <a:defRPr sz="1275" b="0">
                <a:solidFill>
                  <a:srgbClr val="50637E"/>
                </a:solidFill>
                <a:latin typeface="Arial"/>
                <a:ea typeface="Arial"/>
                <a:cs typeface="Arial"/>
              </a:defRPr>
            </a:lvl2pPr>
            <a:lvl3pPr>
              <a:defRPr sz="1275" b="0">
                <a:solidFill>
                  <a:srgbClr val="50637E"/>
                </a:solidFill>
                <a:latin typeface="Arial"/>
                <a:ea typeface="Arial"/>
                <a:cs typeface="Arial"/>
              </a:defRPr>
            </a:lvl3pPr>
            <a:lvl4pPr>
              <a:defRPr sz="1275" b="0">
                <a:solidFill>
                  <a:srgbClr val="50637E"/>
                </a:solidFill>
                <a:latin typeface="Arial"/>
                <a:ea typeface="Arial"/>
                <a:cs typeface="Arial"/>
              </a:defRPr>
            </a:lvl4pPr>
            <a:lvl5pPr>
              <a:defRPr sz="1275" b="0">
                <a:solidFill>
                  <a:srgbClr val="50637E"/>
                </a:solidFill>
                <a:latin typeface="Arial"/>
                <a:ea typeface="Arial"/>
                <a:cs typeface="Arial"/>
              </a:defRPr>
            </a:lvl5pPr>
            <a:lvl6pPr>
              <a:defRPr sz="1275" b="0">
                <a:solidFill>
                  <a:srgbClr val="50637E"/>
                </a:solidFill>
                <a:latin typeface="Arial"/>
                <a:ea typeface="Arial"/>
                <a:cs typeface="Arial"/>
              </a:defRPr>
            </a:lvl6pPr>
            <a:lvl7pPr>
              <a:defRPr sz="1275" b="0">
                <a:solidFill>
                  <a:srgbClr val="50637E"/>
                </a:solidFill>
                <a:latin typeface="Arial"/>
                <a:ea typeface="Arial"/>
                <a:cs typeface="Arial"/>
              </a:defRPr>
            </a:lvl7pPr>
            <a:lvl8pPr>
              <a:defRPr sz="1275" b="0">
                <a:solidFill>
                  <a:srgbClr val="50637E"/>
                </a:solidFill>
                <a:latin typeface="Arial"/>
                <a:ea typeface="Arial"/>
                <a:cs typeface="Arial"/>
              </a:defRPr>
            </a:lvl8pPr>
            <a:lvl9pPr>
              <a:defRPr sz="1275" b="0">
                <a:solidFill>
                  <a:srgbClr val="50637E"/>
                </a:solidFill>
                <a:latin typeface="Arial"/>
                <a:ea typeface="Arial"/>
                <a:cs typeface="Arial"/>
              </a:defRPr>
            </a:lvl9pPr>
          </a:lstStyle>
          <a:p xmlns:a="http://schemas.openxmlformats.org/drawingml/2006/main">
            <a:pPr>
              <a:defRPr sz="1275" b="0">
                <a:solidFill>
                  <a:srgbClr val="50637E"/>
                </a:solidFill>
                <a:latin typeface="Arial"/>
                <a:ea typeface="Arial"/>
                <a:cs typeface="Arial"/>
              </a:defRPr>
            </a:pPr>
            <a:r>
              <a:rPr sz="1275" b="0">
                <a:solidFill>
                  <a:srgbClr val="50637E"/>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D5CE69A2-6C7C-481D-850F-FB24A7FCD32D}"/>
              </a:ext>
            </a:extLst>
          </p:cNvPr>
          <p:cNvGraphicFramePr/>
          <p:nvPr/>
        </p:nvGraphicFramePr>
        <p:xfrm>
          <a:off xmlns:a="http://schemas.openxmlformats.org/drawingml/2006/main" x="609600" y="1809750"/>
          <a:ext xmlns:a="http://schemas.openxmlformats.org/drawingml/2006/main" cx="10972800" cy="3762375"/>
        </p:xfrm>
        <a:graphic xmlns:a="http://schemas.openxmlformats.org/drawingml/2006/main">
          <a:graphicData uri="http://schemas.openxmlformats.org/drawingml/2006/table">
            <a:tbl>
              <a:tblPr/>
              <a:tblGrid>
                <a:gridCol w="5143500"/>
                <a:gridCol w="5829300"/>
              </a:tblGrid>
              <a:tr h="752475">
                <a:tc>
                  <a:txBody>
                    <a:bodyPr wrap="square" lIns="114300" tIns="114300" rIns="114300" bIns="114300">
                      <a:noAutofit/>
                    </a:bodyPr>
                    <a:lstStyle/>
                    <a:p>
                      <a:r>
                        <a:rPr sz="1950" b="1">
                          <a:solidFill>
                            <a:srgbClr val="FFFFFF"/>
                          </a:solidFill>
                          <a:latin typeface="Arial"/>
                          <a:ea typeface="Arial"/>
                          <a:cs typeface="Arial"/>
                        </a:rPr>
                        <a:t>Что настраивается</a:t>
                      </a:r>
                    </a:p>
                  </a:txBody>
                  <a:tcPr marL="91440" marR="91440" marT="45720" marB="45720" anchor="ctr">
                    <a:lnL w="9525">
                      <a:solidFill>
                        <a:srgbClr val="D6E1F0"/>
                      </a:solidFill>
                      <a:prstDash val="solid"/>
                    </a:lnL>
                    <a:lnR w="9525">
                      <a:solidFill>
                        <a:srgbClr val="D6E1F0"/>
                      </a:solidFill>
                      <a:prstDash val="solid"/>
                    </a:lnR>
                    <a:lnT w="9525">
                      <a:solidFill>
                        <a:srgbClr val="D6E1F0"/>
                      </a:solidFill>
                      <a:prstDash val="solid"/>
                    </a:lnT>
                    <a:lnB w="9525">
                      <a:solidFill>
                        <a:srgbClr val="D6E1F0"/>
                      </a:solidFill>
                      <a:prstDash val="solid"/>
                    </a:lnB>
                    <a:solidFill>
                      <a:srgbClr val="0C2446"/>
                    </a:solidFill>
                  </a:tcPr>
                </a:tc>
                <a:tc>
                  <a:txBody>
                    <a:bodyPr wrap="square" lIns="114300" tIns="114300" rIns="114300" bIns="114300">
                      <a:noAutofit/>
                    </a:bodyPr>
                    <a:lstStyle/>
                    <a:p>
                      <a:r>
                        <a:rPr sz="1950" b="1">
                          <a:solidFill>
                            <a:srgbClr val="FFFFFF"/>
                          </a:solidFill>
                          <a:latin typeface="Arial"/>
                          <a:ea typeface="Arial"/>
                          <a:cs typeface="Arial"/>
                        </a:rPr>
                        <a:t>Зачем это нужно</a:t>
                      </a:r>
                    </a:p>
                  </a:txBody>
                  <a:tcPr marL="91440" marR="91440" marT="45720" marB="45720" anchor="ctr">
                    <a:lnR w="9525">
                      <a:solidFill>
                        <a:srgbClr val="D6E1F0"/>
                      </a:solidFill>
                      <a:prstDash val="solid"/>
                    </a:lnR>
                    <a:lnT w="9525">
                      <a:solidFill>
                        <a:srgbClr val="D6E1F0"/>
                      </a:solidFill>
                      <a:prstDash val="solid"/>
                    </a:lnT>
                    <a:lnB w="9525">
                      <a:solidFill>
                        <a:srgbClr val="D6E1F0"/>
                      </a:solidFill>
                      <a:prstDash val="solid"/>
                    </a:lnB>
                    <a:solidFill>
                      <a:srgbClr val="0C2446"/>
                    </a:solidFill>
                  </a:tcPr>
                </a:tc>
              </a:tr>
              <a:tr h="752475">
                <a:tc>
                  <a:txBody>
                    <a:bodyPr wrap="square" lIns="114300" tIns="114300" rIns="114300" bIns="114300">
                      <a:noAutofit/>
                    </a:bodyPr>
                    <a:lstStyle/>
                    <a:p>
                      <a:r>
                        <a:rPr sz="1875" b="0">
                          <a:solidFill>
                            <a:srgbClr val="16243A"/>
                          </a:solidFill>
                          <a:latin typeface="Arial"/>
                          <a:ea typeface="Arial"/>
                          <a:cs typeface="Arial"/>
                        </a:rPr>
                        <a:t>Доски, отделы и ответственные группы</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FFFFF"/>
                    </a:solidFill>
                  </a:tcPr>
                </a:tc>
                <a:tc>
                  <a:txBody>
                    <a:bodyPr wrap="square" lIns="114300" tIns="114300" rIns="114300" bIns="114300">
                      <a:noAutofit/>
                    </a:bodyPr>
                    <a:lstStyle/>
                    <a:p>
                      <a:r>
                        <a:rPr sz="1875" b="0">
                          <a:solidFill>
                            <a:srgbClr val="16243A"/>
                          </a:solidFill>
                          <a:latin typeface="Arial"/>
                          <a:ea typeface="Arial"/>
                          <a:cs typeface="Arial"/>
                        </a:rPr>
                        <a:t>Выделить рабочее пространство процесса</a:t>
                      </a:r>
                    </a:p>
                  </a:txBody>
                  <a:tcPr marL="91440" marR="91440" marT="45720" marB="45720" anchor="ctr">
                    <a:lnR w="9525">
                      <a:solidFill>
                        <a:srgbClr val="D6E1F0"/>
                      </a:solidFill>
                      <a:prstDash val="solid"/>
                    </a:lnR>
                    <a:lnB w="9525">
                      <a:solidFill>
                        <a:srgbClr val="D6E1F0"/>
                      </a:solidFill>
                      <a:prstDash val="solid"/>
                    </a:lnB>
                    <a:solidFill>
                      <a:srgbClr val="FFFFFF"/>
                    </a:solidFill>
                  </a:tcPr>
                </a:tc>
              </a:tr>
              <a:tr h="752475">
                <a:tc>
                  <a:txBody>
                    <a:bodyPr wrap="square" lIns="114300" tIns="114300" rIns="114300" bIns="114300">
                      <a:noAutofit/>
                    </a:bodyPr>
                    <a:lstStyle/>
                    <a:p>
                      <a:r>
                        <a:rPr sz="1875" b="0">
                          <a:solidFill>
                            <a:srgbClr val="16243A"/>
                          </a:solidFill>
                          <a:latin typeface="Arial"/>
                          <a:ea typeface="Arial"/>
                          <a:cs typeface="Arial"/>
                        </a:rPr>
                        <a:t>Права подачи, чтения и исполнения</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0F5FC"/>
                    </a:solidFill>
                  </a:tcPr>
                </a:tc>
                <a:tc>
                  <a:txBody>
                    <a:bodyPr wrap="square" lIns="114300" tIns="114300" rIns="114300" bIns="114300">
                      <a:noAutofit/>
                    </a:bodyPr>
                    <a:lstStyle/>
                    <a:p>
                      <a:r>
                        <a:rPr sz="1875" b="0">
                          <a:solidFill>
                            <a:srgbClr val="16243A"/>
                          </a:solidFill>
                          <a:latin typeface="Arial"/>
                          <a:ea typeface="Arial"/>
                          <a:cs typeface="Arial"/>
                        </a:rPr>
                        <a:t>Разделить обращение за помощью и обработку</a:t>
                      </a:r>
                    </a:p>
                  </a:txBody>
                  <a:tcPr marL="91440" marR="91440" marT="45720" marB="45720" anchor="ctr">
                    <a:lnR w="9525">
                      <a:solidFill>
                        <a:srgbClr val="D6E1F0"/>
                      </a:solidFill>
                      <a:prstDash val="solid"/>
                    </a:lnR>
                    <a:lnB w="9525">
                      <a:solidFill>
                        <a:srgbClr val="D6E1F0"/>
                      </a:solidFill>
                      <a:prstDash val="solid"/>
                    </a:lnB>
                    <a:solidFill>
                      <a:srgbClr val="F0F5FC"/>
                    </a:solidFill>
                  </a:tcPr>
                </a:tc>
              </a:tr>
              <a:tr h="752475">
                <a:tc>
                  <a:txBody>
                    <a:bodyPr wrap="square" lIns="114300" tIns="114300" rIns="114300" bIns="114300">
                      <a:noAutofit/>
                    </a:bodyPr>
                    <a:lstStyle/>
                    <a:p>
                      <a:r>
                        <a:rPr sz="1875" b="0">
                          <a:solidFill>
                            <a:srgbClr val="16243A"/>
                          </a:solidFill>
                          <a:latin typeface="Arial"/>
                          <a:ea typeface="Arial"/>
                          <a:cs typeface="Arial"/>
                        </a:rPr>
                        <a:t>Участники и персональная аудитория</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FFFFF"/>
                    </a:solidFill>
                  </a:tcPr>
                </a:tc>
                <a:tc>
                  <a:txBody>
                    <a:bodyPr wrap="square" lIns="114300" tIns="114300" rIns="114300" bIns="114300">
                      <a:noAutofit/>
                    </a:bodyPr>
                    <a:lstStyle/>
                    <a:p>
                      <a:r>
                        <a:rPr sz="1875" b="0">
                          <a:solidFill>
                            <a:srgbClr val="16243A"/>
                          </a:solidFill>
                          <a:latin typeface="Arial"/>
                          <a:ea typeface="Arial"/>
                          <a:cs typeface="Arial"/>
                        </a:rPr>
                        <a:t>Ограничить доступ к конкретной информации</a:t>
                      </a:r>
                    </a:p>
                  </a:txBody>
                  <a:tcPr marL="91440" marR="91440" marT="45720" marB="45720" anchor="ctr">
                    <a:lnR w="9525">
                      <a:solidFill>
                        <a:srgbClr val="D6E1F0"/>
                      </a:solidFill>
                      <a:prstDash val="solid"/>
                    </a:lnR>
                    <a:lnB w="9525">
                      <a:solidFill>
                        <a:srgbClr val="D6E1F0"/>
                      </a:solidFill>
                      <a:prstDash val="solid"/>
                    </a:lnB>
                    <a:solidFill>
                      <a:srgbClr val="FFFFFF"/>
                    </a:solidFill>
                  </a:tcPr>
                </a:tc>
              </a:tr>
              <a:tr h="752475">
                <a:tc>
                  <a:txBody>
                    <a:bodyPr wrap="square" lIns="114300" tIns="114300" rIns="114300" bIns="114300">
                      <a:noAutofit/>
                    </a:bodyPr>
                    <a:lstStyle/>
                    <a:p>
                      <a:r>
                        <a:rPr sz="1875" b="0">
                          <a:solidFill>
                            <a:srgbClr val="16243A"/>
                          </a:solidFill>
                          <a:latin typeface="Arial"/>
                          <a:ea typeface="Arial"/>
                          <a:cs typeface="Arial"/>
                        </a:rPr>
                        <a:t>Колонки и шаблоны карточек</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0F5FC"/>
                    </a:solidFill>
                  </a:tcPr>
                </a:tc>
                <a:tc>
                  <a:txBody>
                    <a:bodyPr wrap="square" lIns="114300" tIns="114300" rIns="114300" bIns="114300">
                      <a:noAutofit/>
                    </a:bodyPr>
                    <a:lstStyle/>
                    <a:p>
                      <a:r>
                        <a:rPr sz="1875" b="0">
                          <a:solidFill>
                            <a:srgbClr val="16243A"/>
                          </a:solidFill>
                          <a:latin typeface="Arial"/>
                          <a:ea typeface="Arial"/>
                          <a:cs typeface="Arial"/>
                        </a:rPr>
                        <a:t>Организовать представление и типовые запросы</a:t>
                      </a:r>
                    </a:p>
                  </a:txBody>
                  <a:tcPr marL="91440" marR="91440" marT="45720" marB="45720" anchor="ctr">
                    <a:lnR w="9525">
                      <a:solidFill>
                        <a:srgbClr val="D6E1F0"/>
                      </a:solidFill>
                      <a:prstDash val="solid"/>
                    </a:lnR>
                    <a:lnB w="9525">
                      <a:solidFill>
                        <a:srgbClr val="D6E1F0"/>
                      </a:solidFill>
                      <a:prstDash val="solid"/>
                    </a:lnB>
                    <a:solidFill>
                      <a:srgbClr val="F0F5FC"/>
                    </a:solidFill>
                  </a:tcPr>
                </a:tc>
              </a:tr>
            </a:tbl>
          </a:graphicData>
        </a:graphic>
      </p:graphicFrame>
      <p:sp>
        <p:nvSpPr>
          <p:cNvPr id="4" name="text-34">
            <a:extLst xmlns:a="http://schemas.openxmlformats.org/drawingml/2006/main">
              <a:ext uri="{FF2B5EF4-FFF2-40B4-BE49-F238E27FC236}">
                <a16:creationId xmlns:a16="http://schemas.microsoft.com/office/drawing/2014/main" id="{8DB7822F-4023-4F14-BC65-7793DDDE0A5A}"/>
              </a:ext>
            </a:extLst>
          </p:cNvPr>
          <p:cNvSpPr>
            <a:spLocks xmlns:a="http://schemas.openxmlformats.org/drawingml/2006/main" noGrp="1"/>
          </p:cNvSpPr>
          <p:nvPr/>
        </p:nvSpPr>
        <p:spPr>
          <a:xfrm xmlns:a="http://schemas.openxmlformats.org/drawingml/2006/main">
            <a:off x="628650" y="58578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225BB5"/>
                </a:solidFill>
                <a:latin typeface="Arial"/>
                <a:ea typeface="Arial"/>
                <a:cs typeface="Arial"/>
              </a:defRPr>
            </a:defPPr>
            <a:lvl1pPr>
              <a:defRPr sz="1875" b="1">
                <a:solidFill>
                  <a:srgbClr val="225BB5"/>
                </a:solidFill>
                <a:latin typeface="Arial"/>
                <a:ea typeface="Arial"/>
                <a:cs typeface="Arial"/>
              </a:defRPr>
            </a:lvl1pPr>
            <a:lvl2pPr>
              <a:defRPr sz="1875" b="1">
                <a:solidFill>
                  <a:srgbClr val="225BB5"/>
                </a:solidFill>
                <a:latin typeface="Arial"/>
                <a:ea typeface="Arial"/>
                <a:cs typeface="Arial"/>
              </a:defRPr>
            </a:lvl2pPr>
            <a:lvl3pPr>
              <a:defRPr sz="1875" b="1">
                <a:solidFill>
                  <a:srgbClr val="225BB5"/>
                </a:solidFill>
                <a:latin typeface="Arial"/>
                <a:ea typeface="Arial"/>
                <a:cs typeface="Arial"/>
              </a:defRPr>
            </a:lvl3pPr>
            <a:lvl4pPr>
              <a:defRPr sz="1875" b="1">
                <a:solidFill>
                  <a:srgbClr val="225BB5"/>
                </a:solidFill>
                <a:latin typeface="Arial"/>
                <a:ea typeface="Arial"/>
                <a:cs typeface="Arial"/>
              </a:defRPr>
            </a:lvl4pPr>
            <a:lvl5pPr>
              <a:defRPr sz="1875" b="1">
                <a:solidFill>
                  <a:srgbClr val="225BB5"/>
                </a:solidFill>
                <a:latin typeface="Arial"/>
                <a:ea typeface="Arial"/>
                <a:cs typeface="Arial"/>
              </a:defRPr>
            </a:lvl5pPr>
            <a:lvl6pPr>
              <a:defRPr sz="1875" b="1">
                <a:solidFill>
                  <a:srgbClr val="225BB5"/>
                </a:solidFill>
                <a:latin typeface="Arial"/>
                <a:ea typeface="Arial"/>
                <a:cs typeface="Arial"/>
              </a:defRPr>
            </a:lvl6pPr>
            <a:lvl7pPr>
              <a:defRPr sz="1875" b="1">
                <a:solidFill>
                  <a:srgbClr val="225BB5"/>
                </a:solidFill>
                <a:latin typeface="Arial"/>
                <a:ea typeface="Arial"/>
                <a:cs typeface="Arial"/>
              </a:defRPr>
            </a:lvl7pPr>
            <a:lvl8pPr>
              <a:defRPr sz="1875" b="1">
                <a:solidFill>
                  <a:srgbClr val="225BB5"/>
                </a:solidFill>
                <a:latin typeface="Arial"/>
                <a:ea typeface="Arial"/>
                <a:cs typeface="Arial"/>
              </a:defRPr>
            </a:lvl8pPr>
            <a:lvl9pPr>
              <a:defRPr sz="1875" b="1">
                <a:solidFill>
                  <a:srgbClr val="225BB5"/>
                </a:solidFill>
                <a:latin typeface="Arial"/>
                <a:ea typeface="Arial"/>
                <a:cs typeface="Arial"/>
              </a:defRPr>
            </a:lvl9pPr>
          </a:lstStyle>
          <a:p xmlns:a="http://schemas.openxmlformats.org/drawingml/2006/main">
            <a:pPr>
              <a:defRPr sz="1875" b="1">
                <a:solidFill>
                  <a:srgbClr val="225BB5"/>
                </a:solidFill>
                <a:latin typeface="Arial"/>
                <a:ea typeface="Arial"/>
                <a:cs typeface="Arial"/>
              </a:defRPr>
            </a:pPr>
            <a:r>
              <a:rPr sz="1875" b="1">
                <a:solidFill>
                  <a:srgbClr val="225BB5"/>
                </a:solidFill>
                <a:latin typeface="Arial"/>
                <a:ea typeface="Arial"/>
                <a:cs typeface="Arial"/>
              </a:rPr>
              <a:t>Сложные предметные маршруты реализуются отдельными правилами в коде.</a:t>
            </a:r>
          </a:p>
        </p:txBody>
      </p:sp>
    </p:spTree>
    <p:extLst>
      <p:ext uri="{BB962C8B-B14F-4D97-AF65-F5344CB8AC3E}">
        <p14:creationId xmlns:p14="http://schemas.microsoft.com/office/powerpoint/2010/main" val="14495174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35">
            <a:extLst xmlns:a="http://schemas.openxmlformats.org/drawingml/2006/main">
              <a:ext uri="{FF2B5EF4-FFF2-40B4-BE49-F238E27FC236}">
                <a16:creationId xmlns:a16="http://schemas.microsoft.com/office/drawing/2014/main" id="{83F4C88C-45EE-4960-8268-E3BDE4211BBF}"/>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C2446"/>
                </a:solidFill>
                <a:latin typeface="Arial"/>
                <a:ea typeface="Arial"/>
                <a:cs typeface="Arial"/>
              </a:defRPr>
            </a:defPPr>
            <a:lvl1pPr>
              <a:defRPr sz="3300" b="1">
                <a:solidFill>
                  <a:srgbClr val="0C2446"/>
                </a:solidFill>
                <a:latin typeface="Arial"/>
                <a:ea typeface="Arial"/>
                <a:cs typeface="Arial"/>
              </a:defRPr>
            </a:lvl1pPr>
            <a:lvl2pPr>
              <a:defRPr sz="3300" b="1">
                <a:solidFill>
                  <a:srgbClr val="0C2446"/>
                </a:solidFill>
                <a:latin typeface="Arial"/>
                <a:ea typeface="Arial"/>
                <a:cs typeface="Arial"/>
              </a:defRPr>
            </a:lvl2pPr>
            <a:lvl3pPr>
              <a:defRPr sz="3300" b="1">
                <a:solidFill>
                  <a:srgbClr val="0C2446"/>
                </a:solidFill>
                <a:latin typeface="Arial"/>
                <a:ea typeface="Arial"/>
                <a:cs typeface="Arial"/>
              </a:defRPr>
            </a:lvl3pPr>
            <a:lvl4pPr>
              <a:defRPr sz="3300" b="1">
                <a:solidFill>
                  <a:srgbClr val="0C2446"/>
                </a:solidFill>
                <a:latin typeface="Arial"/>
                <a:ea typeface="Arial"/>
                <a:cs typeface="Arial"/>
              </a:defRPr>
            </a:lvl4pPr>
            <a:lvl5pPr>
              <a:defRPr sz="3300" b="1">
                <a:solidFill>
                  <a:srgbClr val="0C2446"/>
                </a:solidFill>
                <a:latin typeface="Arial"/>
                <a:ea typeface="Arial"/>
                <a:cs typeface="Arial"/>
              </a:defRPr>
            </a:lvl5pPr>
            <a:lvl6pPr>
              <a:defRPr sz="3300" b="1">
                <a:solidFill>
                  <a:srgbClr val="0C2446"/>
                </a:solidFill>
                <a:latin typeface="Arial"/>
                <a:ea typeface="Arial"/>
                <a:cs typeface="Arial"/>
              </a:defRPr>
            </a:lvl6pPr>
            <a:lvl7pPr>
              <a:defRPr sz="3300" b="1">
                <a:solidFill>
                  <a:srgbClr val="0C2446"/>
                </a:solidFill>
                <a:latin typeface="Arial"/>
                <a:ea typeface="Arial"/>
                <a:cs typeface="Arial"/>
              </a:defRPr>
            </a:lvl7pPr>
            <a:lvl8pPr>
              <a:defRPr sz="3300" b="1">
                <a:solidFill>
                  <a:srgbClr val="0C2446"/>
                </a:solidFill>
                <a:latin typeface="Arial"/>
                <a:ea typeface="Arial"/>
                <a:cs typeface="Arial"/>
              </a:defRPr>
            </a:lvl8pPr>
            <a:lvl9pPr>
              <a:defRPr sz="3300" b="1">
                <a:solidFill>
                  <a:srgbClr val="0C2446"/>
                </a:solidFill>
                <a:latin typeface="Arial"/>
                <a:ea typeface="Arial"/>
                <a:cs typeface="Arial"/>
              </a:defRPr>
            </a:lvl9pPr>
          </a:lstStyle>
          <a:p xmlns:a="http://schemas.openxmlformats.org/drawingml/2006/main">
            <a:pPr>
              <a:defRPr sz="3300" b="1">
                <a:solidFill>
                  <a:srgbClr val="0C2446"/>
                </a:solidFill>
                <a:latin typeface="Arial"/>
                <a:ea typeface="Arial"/>
                <a:cs typeface="Arial"/>
              </a:defRPr>
            </a:pPr>
            <a:r>
              <a:rPr sz="3300" b="1">
                <a:solidFill>
                  <a:srgbClr val="0C2446"/>
                </a:solidFill>
                <a:latin typeface="Arial"/>
                <a:ea typeface="Arial"/>
                <a:cs typeface="Arial"/>
              </a:rPr>
              <a:t>Что я сделал в проекте</a:t>
            </a:r>
          </a:p>
        </p:txBody>
      </p:sp>
      <p:sp>
        <p:nvSpPr>
          <p:cNvPr id="2" name="text-36">
            <a:extLst xmlns:a="http://schemas.openxmlformats.org/drawingml/2006/main">
              <a:ext uri="{FF2B5EF4-FFF2-40B4-BE49-F238E27FC236}">
                <a16:creationId xmlns:a16="http://schemas.microsoft.com/office/drawing/2014/main" id="{3828F990-744D-4DD5-9476-F8D3AACFE94F}"/>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37E"/>
                </a:solidFill>
                <a:latin typeface="Arial"/>
                <a:ea typeface="Arial"/>
                <a:cs typeface="Arial"/>
              </a:defRPr>
            </a:defPPr>
            <a:lvl1pPr>
              <a:defRPr sz="1275" b="0">
                <a:solidFill>
                  <a:srgbClr val="50637E"/>
                </a:solidFill>
                <a:latin typeface="Arial"/>
                <a:ea typeface="Arial"/>
                <a:cs typeface="Arial"/>
              </a:defRPr>
            </a:lvl1pPr>
            <a:lvl2pPr>
              <a:defRPr sz="1275" b="0">
                <a:solidFill>
                  <a:srgbClr val="50637E"/>
                </a:solidFill>
                <a:latin typeface="Arial"/>
                <a:ea typeface="Arial"/>
                <a:cs typeface="Arial"/>
              </a:defRPr>
            </a:lvl2pPr>
            <a:lvl3pPr>
              <a:defRPr sz="1275" b="0">
                <a:solidFill>
                  <a:srgbClr val="50637E"/>
                </a:solidFill>
                <a:latin typeface="Arial"/>
                <a:ea typeface="Arial"/>
                <a:cs typeface="Arial"/>
              </a:defRPr>
            </a:lvl3pPr>
            <a:lvl4pPr>
              <a:defRPr sz="1275" b="0">
                <a:solidFill>
                  <a:srgbClr val="50637E"/>
                </a:solidFill>
                <a:latin typeface="Arial"/>
                <a:ea typeface="Arial"/>
                <a:cs typeface="Arial"/>
              </a:defRPr>
            </a:lvl4pPr>
            <a:lvl5pPr>
              <a:defRPr sz="1275" b="0">
                <a:solidFill>
                  <a:srgbClr val="50637E"/>
                </a:solidFill>
                <a:latin typeface="Arial"/>
                <a:ea typeface="Arial"/>
                <a:cs typeface="Arial"/>
              </a:defRPr>
            </a:lvl5pPr>
            <a:lvl6pPr>
              <a:defRPr sz="1275" b="0">
                <a:solidFill>
                  <a:srgbClr val="50637E"/>
                </a:solidFill>
                <a:latin typeface="Arial"/>
                <a:ea typeface="Arial"/>
                <a:cs typeface="Arial"/>
              </a:defRPr>
            </a:lvl6pPr>
            <a:lvl7pPr>
              <a:defRPr sz="1275" b="0">
                <a:solidFill>
                  <a:srgbClr val="50637E"/>
                </a:solidFill>
                <a:latin typeface="Arial"/>
                <a:ea typeface="Arial"/>
                <a:cs typeface="Arial"/>
              </a:defRPr>
            </a:lvl7pPr>
            <a:lvl8pPr>
              <a:defRPr sz="1275" b="0">
                <a:solidFill>
                  <a:srgbClr val="50637E"/>
                </a:solidFill>
                <a:latin typeface="Arial"/>
                <a:ea typeface="Arial"/>
                <a:cs typeface="Arial"/>
              </a:defRPr>
            </a:lvl8pPr>
            <a:lvl9pPr>
              <a:defRPr sz="1275" b="0">
                <a:solidFill>
                  <a:srgbClr val="50637E"/>
                </a:solidFill>
                <a:latin typeface="Arial"/>
                <a:ea typeface="Arial"/>
                <a:cs typeface="Arial"/>
              </a:defRPr>
            </a:lvl9pPr>
          </a:lstStyle>
          <a:p xmlns:a="http://schemas.openxmlformats.org/drawingml/2006/main">
            <a:pPr>
              <a:defRPr sz="1275" b="0">
                <a:solidFill>
                  <a:srgbClr val="50637E"/>
                </a:solidFill>
                <a:latin typeface="Arial"/>
                <a:ea typeface="Arial"/>
                <a:cs typeface="Arial"/>
              </a:defRPr>
            </a:pPr>
            <a:r>
              <a:rPr sz="1275" b="0">
                <a:solidFill>
                  <a:srgbClr val="50637E"/>
                </a:solidFill>
                <a:latin typeface="Arial"/>
                <a:ea typeface="Arial"/>
                <a:cs typeface="Arial"/>
              </a:rPr>
              <a:t>08</a:t>
            </a:r>
          </a:p>
        </p:txBody>
      </p:sp>
      <p:sp>
        <p:nvSpPr>
          <p:cNvPr id="3" name="text-37">
            <a:extLst xmlns:a="http://schemas.openxmlformats.org/drawingml/2006/main">
              <a:ext uri="{FF2B5EF4-FFF2-40B4-BE49-F238E27FC236}">
                <a16:creationId xmlns:a16="http://schemas.microsoft.com/office/drawing/2014/main" id="{45A0E6C5-2953-4B95-8593-BAFDA2D56A29}"/>
              </a:ext>
            </a:extLst>
          </p:cNvPr>
          <p:cNvSpPr>
            <a:spLocks xmlns:a="http://schemas.openxmlformats.org/drawingml/2006/main" noGrp="1"/>
          </p:cNvSpPr>
          <p:nvPr/>
        </p:nvSpPr>
        <p:spPr>
          <a:xfrm xmlns:a="http://schemas.openxmlformats.org/drawingml/2006/main">
            <a:off x="609600" y="1647825"/>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25BB5"/>
                </a:solidFill>
                <a:latin typeface="Arial"/>
                <a:ea typeface="Arial"/>
                <a:cs typeface="Arial"/>
              </a:defRPr>
            </a:defPPr>
            <a:lvl1pPr>
              <a:defRPr sz="2175" b="1">
                <a:solidFill>
                  <a:srgbClr val="225BB5"/>
                </a:solidFill>
                <a:latin typeface="Arial"/>
                <a:ea typeface="Arial"/>
                <a:cs typeface="Arial"/>
              </a:defRPr>
            </a:lvl1pPr>
            <a:lvl2pPr>
              <a:defRPr sz="2175" b="1">
                <a:solidFill>
                  <a:srgbClr val="225BB5"/>
                </a:solidFill>
                <a:latin typeface="Arial"/>
                <a:ea typeface="Arial"/>
                <a:cs typeface="Arial"/>
              </a:defRPr>
            </a:lvl2pPr>
            <a:lvl3pPr>
              <a:defRPr sz="2175" b="1">
                <a:solidFill>
                  <a:srgbClr val="225BB5"/>
                </a:solidFill>
                <a:latin typeface="Arial"/>
                <a:ea typeface="Arial"/>
                <a:cs typeface="Arial"/>
              </a:defRPr>
            </a:lvl3pPr>
            <a:lvl4pPr>
              <a:defRPr sz="2175" b="1">
                <a:solidFill>
                  <a:srgbClr val="225BB5"/>
                </a:solidFill>
                <a:latin typeface="Arial"/>
                <a:ea typeface="Arial"/>
                <a:cs typeface="Arial"/>
              </a:defRPr>
            </a:lvl4pPr>
            <a:lvl5pPr>
              <a:defRPr sz="2175" b="1">
                <a:solidFill>
                  <a:srgbClr val="225BB5"/>
                </a:solidFill>
                <a:latin typeface="Arial"/>
                <a:ea typeface="Arial"/>
                <a:cs typeface="Arial"/>
              </a:defRPr>
            </a:lvl5pPr>
            <a:lvl6pPr>
              <a:defRPr sz="2175" b="1">
                <a:solidFill>
                  <a:srgbClr val="225BB5"/>
                </a:solidFill>
                <a:latin typeface="Arial"/>
                <a:ea typeface="Arial"/>
                <a:cs typeface="Arial"/>
              </a:defRPr>
            </a:lvl6pPr>
            <a:lvl7pPr>
              <a:defRPr sz="2175" b="1">
                <a:solidFill>
                  <a:srgbClr val="225BB5"/>
                </a:solidFill>
                <a:latin typeface="Arial"/>
                <a:ea typeface="Arial"/>
                <a:cs typeface="Arial"/>
              </a:defRPr>
            </a:lvl7pPr>
            <a:lvl8pPr>
              <a:defRPr sz="2175" b="1">
                <a:solidFill>
                  <a:srgbClr val="225BB5"/>
                </a:solidFill>
                <a:latin typeface="Arial"/>
                <a:ea typeface="Arial"/>
                <a:cs typeface="Arial"/>
              </a:defRPr>
            </a:lvl8pPr>
            <a:lvl9pPr>
              <a:defRPr sz="2175" b="1">
                <a:solidFill>
                  <a:srgbClr val="225BB5"/>
                </a:solidFill>
                <a:latin typeface="Arial"/>
                <a:ea typeface="Arial"/>
                <a:cs typeface="Arial"/>
              </a:defRPr>
            </a:lvl9pPr>
          </a:lstStyle>
          <a:p xmlns:a="http://schemas.openxmlformats.org/drawingml/2006/main">
            <a:pPr>
              <a:defRPr sz="2175" b="1">
                <a:solidFill>
                  <a:srgbClr val="225BB5"/>
                </a:solidFill>
                <a:latin typeface="Arial"/>
                <a:ea typeface="Arial"/>
                <a:cs typeface="Arial"/>
              </a:defRPr>
            </a:pPr>
            <a:r>
              <a:rPr sz="2175" b="1">
                <a:solidFill>
                  <a:srgbClr val="225BB5"/>
                </a:solidFill>
                <a:latin typeface="Arial"/>
                <a:ea typeface="Arial"/>
                <a:cs typeface="Arial"/>
              </a:rPr>
              <a:t>01</a:t>
            </a:r>
          </a:p>
        </p:txBody>
      </p:sp>
      <p:sp>
        <p:nvSpPr>
          <p:cNvPr id="4" name="text-38">
            <a:extLst xmlns:a="http://schemas.openxmlformats.org/drawingml/2006/main">
              <a:ext uri="{FF2B5EF4-FFF2-40B4-BE49-F238E27FC236}">
                <a16:creationId xmlns:a16="http://schemas.microsoft.com/office/drawing/2014/main" id="{5D94CF38-74D6-4D33-82FD-4D61219AC5CF}"/>
              </a:ext>
            </a:extLst>
          </p:cNvPr>
          <p:cNvSpPr>
            <a:spLocks xmlns:a="http://schemas.openxmlformats.org/drawingml/2006/main" noGrp="1"/>
          </p:cNvSpPr>
          <p:nvPr/>
        </p:nvSpPr>
        <p:spPr>
          <a:xfrm xmlns:a="http://schemas.openxmlformats.org/drawingml/2006/main">
            <a:off x="1333500" y="1647825"/>
            <a:ext cx="10039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C2446"/>
                </a:solidFill>
                <a:latin typeface="Arial"/>
                <a:ea typeface="Arial"/>
                <a:cs typeface="Arial"/>
              </a:defRPr>
            </a:defPPr>
            <a:lvl1pPr>
              <a:defRPr sz="2250" b="1">
                <a:solidFill>
                  <a:srgbClr val="0C2446"/>
                </a:solidFill>
                <a:latin typeface="Arial"/>
                <a:ea typeface="Arial"/>
                <a:cs typeface="Arial"/>
              </a:defRPr>
            </a:lvl1pPr>
            <a:lvl2pPr>
              <a:defRPr sz="2250" b="1">
                <a:solidFill>
                  <a:srgbClr val="0C2446"/>
                </a:solidFill>
                <a:latin typeface="Arial"/>
                <a:ea typeface="Arial"/>
                <a:cs typeface="Arial"/>
              </a:defRPr>
            </a:lvl2pPr>
            <a:lvl3pPr>
              <a:defRPr sz="2250" b="1">
                <a:solidFill>
                  <a:srgbClr val="0C2446"/>
                </a:solidFill>
                <a:latin typeface="Arial"/>
                <a:ea typeface="Arial"/>
                <a:cs typeface="Arial"/>
              </a:defRPr>
            </a:lvl3pPr>
            <a:lvl4pPr>
              <a:defRPr sz="2250" b="1">
                <a:solidFill>
                  <a:srgbClr val="0C2446"/>
                </a:solidFill>
                <a:latin typeface="Arial"/>
                <a:ea typeface="Arial"/>
                <a:cs typeface="Arial"/>
              </a:defRPr>
            </a:lvl4pPr>
            <a:lvl5pPr>
              <a:defRPr sz="2250" b="1">
                <a:solidFill>
                  <a:srgbClr val="0C2446"/>
                </a:solidFill>
                <a:latin typeface="Arial"/>
                <a:ea typeface="Arial"/>
                <a:cs typeface="Arial"/>
              </a:defRPr>
            </a:lvl5pPr>
            <a:lvl6pPr>
              <a:defRPr sz="2250" b="1">
                <a:solidFill>
                  <a:srgbClr val="0C2446"/>
                </a:solidFill>
                <a:latin typeface="Arial"/>
                <a:ea typeface="Arial"/>
                <a:cs typeface="Arial"/>
              </a:defRPr>
            </a:lvl6pPr>
            <a:lvl7pPr>
              <a:defRPr sz="2250" b="1">
                <a:solidFill>
                  <a:srgbClr val="0C2446"/>
                </a:solidFill>
                <a:latin typeface="Arial"/>
                <a:ea typeface="Arial"/>
                <a:cs typeface="Arial"/>
              </a:defRPr>
            </a:lvl7pPr>
            <a:lvl8pPr>
              <a:defRPr sz="2250" b="1">
                <a:solidFill>
                  <a:srgbClr val="0C2446"/>
                </a:solidFill>
                <a:latin typeface="Arial"/>
                <a:ea typeface="Arial"/>
                <a:cs typeface="Arial"/>
              </a:defRPr>
            </a:lvl8pPr>
            <a:lvl9pPr>
              <a:defRPr sz="2250" b="1">
                <a:solidFill>
                  <a:srgbClr val="0C2446"/>
                </a:solidFill>
                <a:latin typeface="Arial"/>
                <a:ea typeface="Arial"/>
                <a:cs typeface="Arial"/>
              </a:defRPr>
            </a:lvl9pPr>
          </a:lstStyle>
          <a:p xmlns:a="http://schemas.openxmlformats.org/drawingml/2006/main">
            <a:pPr>
              <a:defRPr sz="2250" b="1">
                <a:solidFill>
                  <a:srgbClr val="0C2446"/>
                </a:solidFill>
                <a:latin typeface="Arial"/>
                <a:ea typeface="Arial"/>
                <a:cs typeface="Arial"/>
              </a:defRPr>
            </a:pPr>
            <a:r>
              <a:rPr sz="2250" b="1">
                <a:solidFill>
                  <a:srgbClr val="0C2446"/>
                </a:solidFill>
                <a:latin typeface="Arial"/>
                <a:ea typeface="Arial"/>
                <a:cs typeface="Arial"/>
              </a:rPr>
              <a:t>Сформулировал продуктовую задачу</a:t>
            </a:r>
          </a:p>
        </p:txBody>
      </p:sp>
      <p:sp>
        <p:nvSpPr>
          <p:cNvPr id="5" name="text-39">
            <a:extLst xmlns:a="http://schemas.openxmlformats.org/drawingml/2006/main">
              <a:ext uri="{FF2B5EF4-FFF2-40B4-BE49-F238E27FC236}">
                <a16:creationId xmlns:a16="http://schemas.microsoft.com/office/drawing/2014/main" id="{B8F172FD-53CA-466D-9447-EB3DFD2F55C5}"/>
              </a:ext>
            </a:extLst>
          </p:cNvPr>
          <p:cNvSpPr>
            <a:spLocks xmlns:a="http://schemas.openxmlformats.org/drawingml/2006/main" noGrp="1"/>
          </p:cNvSpPr>
          <p:nvPr/>
        </p:nvSpPr>
        <p:spPr>
          <a:xfrm xmlns:a="http://schemas.openxmlformats.org/drawingml/2006/main">
            <a:off x="1333500" y="2133600"/>
            <a:ext cx="1003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0637E"/>
                </a:solidFill>
                <a:latin typeface="Arial"/>
                <a:ea typeface="Arial"/>
                <a:cs typeface="Arial"/>
              </a:defRPr>
            </a:defPPr>
            <a:lvl1pPr>
              <a:defRPr sz="1950" b="0">
                <a:solidFill>
                  <a:srgbClr val="50637E"/>
                </a:solidFill>
                <a:latin typeface="Arial"/>
                <a:ea typeface="Arial"/>
                <a:cs typeface="Arial"/>
              </a:defRPr>
            </a:lvl1pPr>
            <a:lvl2pPr>
              <a:defRPr sz="1950" b="0">
                <a:solidFill>
                  <a:srgbClr val="50637E"/>
                </a:solidFill>
                <a:latin typeface="Arial"/>
                <a:ea typeface="Arial"/>
                <a:cs typeface="Arial"/>
              </a:defRPr>
            </a:lvl2pPr>
            <a:lvl3pPr>
              <a:defRPr sz="1950" b="0">
                <a:solidFill>
                  <a:srgbClr val="50637E"/>
                </a:solidFill>
                <a:latin typeface="Arial"/>
                <a:ea typeface="Arial"/>
                <a:cs typeface="Arial"/>
              </a:defRPr>
            </a:lvl3pPr>
            <a:lvl4pPr>
              <a:defRPr sz="1950" b="0">
                <a:solidFill>
                  <a:srgbClr val="50637E"/>
                </a:solidFill>
                <a:latin typeface="Arial"/>
                <a:ea typeface="Arial"/>
                <a:cs typeface="Arial"/>
              </a:defRPr>
            </a:lvl4pPr>
            <a:lvl5pPr>
              <a:defRPr sz="1950" b="0">
                <a:solidFill>
                  <a:srgbClr val="50637E"/>
                </a:solidFill>
                <a:latin typeface="Arial"/>
                <a:ea typeface="Arial"/>
                <a:cs typeface="Arial"/>
              </a:defRPr>
            </a:lvl5pPr>
            <a:lvl6pPr>
              <a:defRPr sz="1950" b="0">
                <a:solidFill>
                  <a:srgbClr val="50637E"/>
                </a:solidFill>
                <a:latin typeface="Arial"/>
                <a:ea typeface="Arial"/>
                <a:cs typeface="Arial"/>
              </a:defRPr>
            </a:lvl6pPr>
            <a:lvl7pPr>
              <a:defRPr sz="1950" b="0">
                <a:solidFill>
                  <a:srgbClr val="50637E"/>
                </a:solidFill>
                <a:latin typeface="Arial"/>
                <a:ea typeface="Arial"/>
                <a:cs typeface="Arial"/>
              </a:defRPr>
            </a:lvl7pPr>
            <a:lvl8pPr>
              <a:defRPr sz="1950" b="0">
                <a:solidFill>
                  <a:srgbClr val="50637E"/>
                </a:solidFill>
                <a:latin typeface="Arial"/>
                <a:ea typeface="Arial"/>
                <a:cs typeface="Arial"/>
              </a:defRPr>
            </a:lvl8pPr>
            <a:lvl9pPr>
              <a:defRPr sz="1950" b="0">
                <a:solidFill>
                  <a:srgbClr val="50637E"/>
                </a:solidFill>
                <a:latin typeface="Arial"/>
                <a:ea typeface="Arial"/>
                <a:cs typeface="Arial"/>
              </a:defRPr>
            </a:lvl9pPr>
          </a:lstStyle>
          <a:p xmlns:a="http://schemas.openxmlformats.org/drawingml/2006/main">
            <a:pPr>
              <a:defRPr sz="1950" b="0">
                <a:solidFill>
                  <a:srgbClr val="50637E"/>
                </a:solidFill>
                <a:latin typeface="Arial"/>
                <a:ea typeface="Arial"/>
                <a:cs typeface="Arial"/>
              </a:defRPr>
            </a:pPr>
            <a:r>
              <a:rPr sz="1950" b="0">
                <a:solidFill>
                  <a:srgbClr val="50637E"/>
                </a:solidFill>
                <a:latin typeface="Arial"/>
                <a:ea typeface="Arial"/>
                <a:cs typeface="Arial"/>
              </a:rPr>
              <a:t>Объединить запрос, обсуждение, документы и контроль обработки</a:t>
            </a:r>
          </a:p>
        </p:txBody>
      </p:sp>
      <p:sp>
        <p:nvSpPr>
          <p:cNvPr id="6" name="text-40">
            <a:extLst xmlns:a="http://schemas.openxmlformats.org/drawingml/2006/main">
              <a:ext uri="{FF2B5EF4-FFF2-40B4-BE49-F238E27FC236}">
                <a16:creationId xmlns:a16="http://schemas.microsoft.com/office/drawing/2014/main" id="{0F43294F-10A2-4733-889B-E53426E5CE4E}"/>
              </a:ext>
            </a:extLst>
          </p:cNvPr>
          <p:cNvSpPr>
            <a:spLocks xmlns:a="http://schemas.openxmlformats.org/drawingml/2006/main" noGrp="1"/>
          </p:cNvSpPr>
          <p:nvPr/>
        </p:nvSpPr>
        <p:spPr>
          <a:xfrm xmlns:a="http://schemas.openxmlformats.org/drawingml/2006/main">
            <a:off x="609600" y="281940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25BB5"/>
                </a:solidFill>
                <a:latin typeface="Arial"/>
                <a:ea typeface="Arial"/>
                <a:cs typeface="Arial"/>
              </a:defRPr>
            </a:defPPr>
            <a:lvl1pPr>
              <a:defRPr sz="2175" b="1">
                <a:solidFill>
                  <a:srgbClr val="225BB5"/>
                </a:solidFill>
                <a:latin typeface="Arial"/>
                <a:ea typeface="Arial"/>
                <a:cs typeface="Arial"/>
              </a:defRPr>
            </a:lvl1pPr>
            <a:lvl2pPr>
              <a:defRPr sz="2175" b="1">
                <a:solidFill>
                  <a:srgbClr val="225BB5"/>
                </a:solidFill>
                <a:latin typeface="Arial"/>
                <a:ea typeface="Arial"/>
                <a:cs typeface="Arial"/>
              </a:defRPr>
            </a:lvl2pPr>
            <a:lvl3pPr>
              <a:defRPr sz="2175" b="1">
                <a:solidFill>
                  <a:srgbClr val="225BB5"/>
                </a:solidFill>
                <a:latin typeface="Arial"/>
                <a:ea typeface="Arial"/>
                <a:cs typeface="Arial"/>
              </a:defRPr>
            </a:lvl3pPr>
            <a:lvl4pPr>
              <a:defRPr sz="2175" b="1">
                <a:solidFill>
                  <a:srgbClr val="225BB5"/>
                </a:solidFill>
                <a:latin typeface="Arial"/>
                <a:ea typeface="Arial"/>
                <a:cs typeface="Arial"/>
              </a:defRPr>
            </a:lvl4pPr>
            <a:lvl5pPr>
              <a:defRPr sz="2175" b="1">
                <a:solidFill>
                  <a:srgbClr val="225BB5"/>
                </a:solidFill>
                <a:latin typeface="Arial"/>
                <a:ea typeface="Arial"/>
                <a:cs typeface="Arial"/>
              </a:defRPr>
            </a:lvl5pPr>
            <a:lvl6pPr>
              <a:defRPr sz="2175" b="1">
                <a:solidFill>
                  <a:srgbClr val="225BB5"/>
                </a:solidFill>
                <a:latin typeface="Arial"/>
                <a:ea typeface="Arial"/>
                <a:cs typeface="Arial"/>
              </a:defRPr>
            </a:lvl6pPr>
            <a:lvl7pPr>
              <a:defRPr sz="2175" b="1">
                <a:solidFill>
                  <a:srgbClr val="225BB5"/>
                </a:solidFill>
                <a:latin typeface="Arial"/>
                <a:ea typeface="Arial"/>
                <a:cs typeface="Arial"/>
              </a:defRPr>
            </a:lvl7pPr>
            <a:lvl8pPr>
              <a:defRPr sz="2175" b="1">
                <a:solidFill>
                  <a:srgbClr val="225BB5"/>
                </a:solidFill>
                <a:latin typeface="Arial"/>
                <a:ea typeface="Arial"/>
                <a:cs typeface="Arial"/>
              </a:defRPr>
            </a:lvl8pPr>
            <a:lvl9pPr>
              <a:defRPr sz="2175" b="1">
                <a:solidFill>
                  <a:srgbClr val="225BB5"/>
                </a:solidFill>
                <a:latin typeface="Arial"/>
                <a:ea typeface="Arial"/>
                <a:cs typeface="Arial"/>
              </a:defRPr>
            </a:lvl9pPr>
          </a:lstStyle>
          <a:p xmlns:a="http://schemas.openxmlformats.org/drawingml/2006/main">
            <a:pPr>
              <a:defRPr sz="2175" b="1">
                <a:solidFill>
                  <a:srgbClr val="225BB5"/>
                </a:solidFill>
                <a:latin typeface="Arial"/>
                <a:ea typeface="Arial"/>
                <a:cs typeface="Arial"/>
              </a:defRPr>
            </a:pPr>
            <a:r>
              <a:rPr sz="2175" b="1">
                <a:solidFill>
                  <a:srgbClr val="225BB5"/>
                </a:solidFill>
                <a:latin typeface="Arial"/>
                <a:ea typeface="Arial"/>
                <a:cs typeface="Arial"/>
              </a:rPr>
              <a:t>02</a:t>
            </a:r>
          </a:p>
        </p:txBody>
      </p:sp>
      <p:sp>
        <p:nvSpPr>
          <p:cNvPr id="7" name="text-41">
            <a:extLst xmlns:a="http://schemas.openxmlformats.org/drawingml/2006/main">
              <a:ext uri="{FF2B5EF4-FFF2-40B4-BE49-F238E27FC236}">
                <a16:creationId xmlns:a16="http://schemas.microsoft.com/office/drawing/2014/main" id="{0E4971BE-F9A2-41A3-876A-AB2586F031AC}"/>
              </a:ext>
            </a:extLst>
          </p:cNvPr>
          <p:cNvSpPr>
            <a:spLocks xmlns:a="http://schemas.openxmlformats.org/drawingml/2006/main" noGrp="1"/>
          </p:cNvSpPr>
          <p:nvPr/>
        </p:nvSpPr>
        <p:spPr>
          <a:xfrm xmlns:a="http://schemas.openxmlformats.org/drawingml/2006/main">
            <a:off x="1333500" y="2819400"/>
            <a:ext cx="10039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C2446"/>
                </a:solidFill>
                <a:latin typeface="Arial"/>
                <a:ea typeface="Arial"/>
                <a:cs typeface="Arial"/>
              </a:defRPr>
            </a:defPPr>
            <a:lvl1pPr>
              <a:defRPr sz="2250" b="1">
                <a:solidFill>
                  <a:srgbClr val="0C2446"/>
                </a:solidFill>
                <a:latin typeface="Arial"/>
                <a:ea typeface="Arial"/>
                <a:cs typeface="Arial"/>
              </a:defRPr>
            </a:lvl1pPr>
            <a:lvl2pPr>
              <a:defRPr sz="2250" b="1">
                <a:solidFill>
                  <a:srgbClr val="0C2446"/>
                </a:solidFill>
                <a:latin typeface="Arial"/>
                <a:ea typeface="Arial"/>
                <a:cs typeface="Arial"/>
              </a:defRPr>
            </a:lvl2pPr>
            <a:lvl3pPr>
              <a:defRPr sz="2250" b="1">
                <a:solidFill>
                  <a:srgbClr val="0C2446"/>
                </a:solidFill>
                <a:latin typeface="Arial"/>
                <a:ea typeface="Arial"/>
                <a:cs typeface="Arial"/>
              </a:defRPr>
            </a:lvl3pPr>
            <a:lvl4pPr>
              <a:defRPr sz="2250" b="1">
                <a:solidFill>
                  <a:srgbClr val="0C2446"/>
                </a:solidFill>
                <a:latin typeface="Arial"/>
                <a:ea typeface="Arial"/>
                <a:cs typeface="Arial"/>
              </a:defRPr>
            </a:lvl4pPr>
            <a:lvl5pPr>
              <a:defRPr sz="2250" b="1">
                <a:solidFill>
                  <a:srgbClr val="0C2446"/>
                </a:solidFill>
                <a:latin typeface="Arial"/>
                <a:ea typeface="Arial"/>
                <a:cs typeface="Arial"/>
              </a:defRPr>
            </a:lvl5pPr>
            <a:lvl6pPr>
              <a:defRPr sz="2250" b="1">
                <a:solidFill>
                  <a:srgbClr val="0C2446"/>
                </a:solidFill>
                <a:latin typeface="Arial"/>
                <a:ea typeface="Arial"/>
                <a:cs typeface="Arial"/>
              </a:defRPr>
            </a:lvl6pPr>
            <a:lvl7pPr>
              <a:defRPr sz="2250" b="1">
                <a:solidFill>
                  <a:srgbClr val="0C2446"/>
                </a:solidFill>
                <a:latin typeface="Arial"/>
                <a:ea typeface="Arial"/>
                <a:cs typeface="Arial"/>
              </a:defRPr>
            </a:lvl7pPr>
            <a:lvl8pPr>
              <a:defRPr sz="2250" b="1">
                <a:solidFill>
                  <a:srgbClr val="0C2446"/>
                </a:solidFill>
                <a:latin typeface="Arial"/>
                <a:ea typeface="Arial"/>
                <a:cs typeface="Arial"/>
              </a:defRPr>
            </a:lvl8pPr>
            <a:lvl9pPr>
              <a:defRPr sz="2250" b="1">
                <a:solidFill>
                  <a:srgbClr val="0C2446"/>
                </a:solidFill>
                <a:latin typeface="Arial"/>
                <a:ea typeface="Arial"/>
                <a:cs typeface="Arial"/>
              </a:defRPr>
            </a:lvl9pPr>
          </a:lstStyle>
          <a:p xmlns:a="http://schemas.openxmlformats.org/drawingml/2006/main">
            <a:pPr>
              <a:defRPr sz="2250" b="1">
                <a:solidFill>
                  <a:srgbClr val="0C2446"/>
                </a:solidFill>
                <a:latin typeface="Arial"/>
                <a:ea typeface="Arial"/>
                <a:cs typeface="Arial"/>
              </a:defRPr>
            </a:pPr>
            <a:r>
              <a:rPr sz="2250" b="1">
                <a:solidFill>
                  <a:srgbClr val="0C2446"/>
                </a:solidFill>
                <a:latin typeface="Arial"/>
                <a:ea typeface="Arial"/>
                <a:cs typeface="Arial"/>
              </a:rPr>
              <a:t>Проработал процессы и роли</a:t>
            </a:r>
          </a:p>
        </p:txBody>
      </p:sp>
      <p:sp>
        <p:nvSpPr>
          <p:cNvPr id="8" name="text-42">
            <a:extLst xmlns:a="http://schemas.openxmlformats.org/drawingml/2006/main">
              <a:ext uri="{FF2B5EF4-FFF2-40B4-BE49-F238E27FC236}">
                <a16:creationId xmlns:a16="http://schemas.microsoft.com/office/drawing/2014/main" id="{C385CAB6-B995-4ED8-B201-7C1964A986B4}"/>
              </a:ext>
            </a:extLst>
          </p:cNvPr>
          <p:cNvSpPr>
            <a:spLocks xmlns:a="http://schemas.openxmlformats.org/drawingml/2006/main" noGrp="1"/>
          </p:cNvSpPr>
          <p:nvPr/>
        </p:nvSpPr>
        <p:spPr>
          <a:xfrm xmlns:a="http://schemas.openxmlformats.org/drawingml/2006/main">
            <a:off x="1333500" y="3305175"/>
            <a:ext cx="1003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0637E"/>
                </a:solidFill>
                <a:latin typeface="Arial"/>
                <a:ea typeface="Arial"/>
                <a:cs typeface="Arial"/>
              </a:defRPr>
            </a:defPPr>
            <a:lvl1pPr>
              <a:defRPr sz="1950" b="0">
                <a:solidFill>
                  <a:srgbClr val="50637E"/>
                </a:solidFill>
                <a:latin typeface="Arial"/>
                <a:ea typeface="Arial"/>
                <a:cs typeface="Arial"/>
              </a:defRPr>
            </a:lvl1pPr>
            <a:lvl2pPr>
              <a:defRPr sz="1950" b="0">
                <a:solidFill>
                  <a:srgbClr val="50637E"/>
                </a:solidFill>
                <a:latin typeface="Arial"/>
                <a:ea typeface="Arial"/>
                <a:cs typeface="Arial"/>
              </a:defRPr>
            </a:lvl2pPr>
            <a:lvl3pPr>
              <a:defRPr sz="1950" b="0">
                <a:solidFill>
                  <a:srgbClr val="50637E"/>
                </a:solidFill>
                <a:latin typeface="Arial"/>
                <a:ea typeface="Arial"/>
                <a:cs typeface="Arial"/>
              </a:defRPr>
            </a:lvl3pPr>
            <a:lvl4pPr>
              <a:defRPr sz="1950" b="0">
                <a:solidFill>
                  <a:srgbClr val="50637E"/>
                </a:solidFill>
                <a:latin typeface="Arial"/>
                <a:ea typeface="Arial"/>
                <a:cs typeface="Arial"/>
              </a:defRPr>
            </a:lvl4pPr>
            <a:lvl5pPr>
              <a:defRPr sz="1950" b="0">
                <a:solidFill>
                  <a:srgbClr val="50637E"/>
                </a:solidFill>
                <a:latin typeface="Arial"/>
                <a:ea typeface="Arial"/>
                <a:cs typeface="Arial"/>
              </a:defRPr>
            </a:lvl5pPr>
            <a:lvl6pPr>
              <a:defRPr sz="1950" b="0">
                <a:solidFill>
                  <a:srgbClr val="50637E"/>
                </a:solidFill>
                <a:latin typeface="Arial"/>
                <a:ea typeface="Arial"/>
                <a:cs typeface="Arial"/>
              </a:defRPr>
            </a:lvl6pPr>
            <a:lvl7pPr>
              <a:defRPr sz="1950" b="0">
                <a:solidFill>
                  <a:srgbClr val="50637E"/>
                </a:solidFill>
                <a:latin typeface="Arial"/>
                <a:ea typeface="Arial"/>
                <a:cs typeface="Arial"/>
              </a:defRPr>
            </a:lvl7pPr>
            <a:lvl8pPr>
              <a:defRPr sz="1950" b="0">
                <a:solidFill>
                  <a:srgbClr val="50637E"/>
                </a:solidFill>
                <a:latin typeface="Arial"/>
                <a:ea typeface="Arial"/>
                <a:cs typeface="Arial"/>
              </a:defRPr>
            </a:lvl8pPr>
            <a:lvl9pPr>
              <a:defRPr sz="1950" b="0">
                <a:solidFill>
                  <a:srgbClr val="50637E"/>
                </a:solidFill>
                <a:latin typeface="Arial"/>
                <a:ea typeface="Arial"/>
                <a:cs typeface="Arial"/>
              </a:defRPr>
            </a:lvl9pPr>
          </a:lstStyle>
          <a:p xmlns:a="http://schemas.openxmlformats.org/drawingml/2006/main">
            <a:pPr>
              <a:defRPr sz="1950" b="0">
                <a:solidFill>
                  <a:srgbClr val="50637E"/>
                </a:solidFill>
                <a:latin typeface="Arial"/>
                <a:ea typeface="Arial"/>
                <a:cs typeface="Arial"/>
              </a:defRPr>
            </a:pPr>
            <a:r>
              <a:rPr sz="1950" b="0">
                <a:solidFill>
                  <a:srgbClr val="50637E"/>
                </a:solidFill>
                <a:latin typeface="Arial"/>
                <a:ea typeface="Arial"/>
                <a:cs typeface="Arial"/>
              </a:rPr>
              <a:t>Определил действия продаж и бухгалтерии, приёмку и возврат</a:t>
            </a:r>
          </a:p>
        </p:txBody>
      </p:sp>
      <p:sp>
        <p:nvSpPr>
          <p:cNvPr id="9" name="text-43">
            <a:extLst xmlns:a="http://schemas.openxmlformats.org/drawingml/2006/main">
              <a:ext uri="{FF2B5EF4-FFF2-40B4-BE49-F238E27FC236}">
                <a16:creationId xmlns:a16="http://schemas.microsoft.com/office/drawing/2014/main" id="{6EC5BE91-17BB-4CF0-B119-098CDD09ED71}"/>
              </a:ext>
            </a:extLst>
          </p:cNvPr>
          <p:cNvSpPr>
            <a:spLocks xmlns:a="http://schemas.openxmlformats.org/drawingml/2006/main" noGrp="1"/>
          </p:cNvSpPr>
          <p:nvPr/>
        </p:nvSpPr>
        <p:spPr>
          <a:xfrm xmlns:a="http://schemas.openxmlformats.org/drawingml/2006/main">
            <a:off x="609600" y="3990975"/>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25BB5"/>
                </a:solidFill>
                <a:latin typeface="Arial"/>
                <a:ea typeface="Arial"/>
                <a:cs typeface="Arial"/>
              </a:defRPr>
            </a:defPPr>
            <a:lvl1pPr>
              <a:defRPr sz="2175" b="1">
                <a:solidFill>
                  <a:srgbClr val="225BB5"/>
                </a:solidFill>
                <a:latin typeface="Arial"/>
                <a:ea typeface="Arial"/>
                <a:cs typeface="Arial"/>
              </a:defRPr>
            </a:lvl1pPr>
            <a:lvl2pPr>
              <a:defRPr sz="2175" b="1">
                <a:solidFill>
                  <a:srgbClr val="225BB5"/>
                </a:solidFill>
                <a:latin typeface="Arial"/>
                <a:ea typeface="Arial"/>
                <a:cs typeface="Arial"/>
              </a:defRPr>
            </a:lvl2pPr>
            <a:lvl3pPr>
              <a:defRPr sz="2175" b="1">
                <a:solidFill>
                  <a:srgbClr val="225BB5"/>
                </a:solidFill>
                <a:latin typeface="Arial"/>
                <a:ea typeface="Arial"/>
                <a:cs typeface="Arial"/>
              </a:defRPr>
            </a:lvl3pPr>
            <a:lvl4pPr>
              <a:defRPr sz="2175" b="1">
                <a:solidFill>
                  <a:srgbClr val="225BB5"/>
                </a:solidFill>
                <a:latin typeface="Arial"/>
                <a:ea typeface="Arial"/>
                <a:cs typeface="Arial"/>
              </a:defRPr>
            </a:lvl4pPr>
            <a:lvl5pPr>
              <a:defRPr sz="2175" b="1">
                <a:solidFill>
                  <a:srgbClr val="225BB5"/>
                </a:solidFill>
                <a:latin typeface="Arial"/>
                <a:ea typeface="Arial"/>
                <a:cs typeface="Arial"/>
              </a:defRPr>
            </a:lvl5pPr>
            <a:lvl6pPr>
              <a:defRPr sz="2175" b="1">
                <a:solidFill>
                  <a:srgbClr val="225BB5"/>
                </a:solidFill>
                <a:latin typeface="Arial"/>
                <a:ea typeface="Arial"/>
                <a:cs typeface="Arial"/>
              </a:defRPr>
            </a:lvl6pPr>
            <a:lvl7pPr>
              <a:defRPr sz="2175" b="1">
                <a:solidFill>
                  <a:srgbClr val="225BB5"/>
                </a:solidFill>
                <a:latin typeface="Arial"/>
                <a:ea typeface="Arial"/>
                <a:cs typeface="Arial"/>
              </a:defRPr>
            </a:lvl7pPr>
            <a:lvl8pPr>
              <a:defRPr sz="2175" b="1">
                <a:solidFill>
                  <a:srgbClr val="225BB5"/>
                </a:solidFill>
                <a:latin typeface="Arial"/>
                <a:ea typeface="Arial"/>
                <a:cs typeface="Arial"/>
              </a:defRPr>
            </a:lvl8pPr>
            <a:lvl9pPr>
              <a:defRPr sz="2175" b="1">
                <a:solidFill>
                  <a:srgbClr val="225BB5"/>
                </a:solidFill>
                <a:latin typeface="Arial"/>
                <a:ea typeface="Arial"/>
                <a:cs typeface="Arial"/>
              </a:defRPr>
            </a:lvl9pPr>
          </a:lstStyle>
          <a:p xmlns:a="http://schemas.openxmlformats.org/drawingml/2006/main">
            <a:pPr>
              <a:defRPr sz="2175" b="1">
                <a:solidFill>
                  <a:srgbClr val="225BB5"/>
                </a:solidFill>
                <a:latin typeface="Arial"/>
                <a:ea typeface="Arial"/>
                <a:cs typeface="Arial"/>
              </a:defRPr>
            </a:pPr>
            <a:r>
              <a:rPr sz="2175" b="1">
                <a:solidFill>
                  <a:srgbClr val="225BB5"/>
                </a:solidFill>
                <a:latin typeface="Arial"/>
                <a:ea typeface="Arial"/>
                <a:cs typeface="Arial"/>
              </a:rPr>
              <a:t>03</a:t>
            </a:r>
          </a:p>
        </p:txBody>
      </p:sp>
      <p:sp>
        <p:nvSpPr>
          <p:cNvPr id="10" name="text-44">
            <a:extLst xmlns:a="http://schemas.openxmlformats.org/drawingml/2006/main">
              <a:ext uri="{FF2B5EF4-FFF2-40B4-BE49-F238E27FC236}">
                <a16:creationId xmlns:a16="http://schemas.microsoft.com/office/drawing/2014/main" id="{909A1403-D0B1-4430-94EE-9E07FA6240DE}"/>
              </a:ext>
            </a:extLst>
          </p:cNvPr>
          <p:cNvSpPr>
            <a:spLocks xmlns:a="http://schemas.openxmlformats.org/drawingml/2006/main" noGrp="1"/>
          </p:cNvSpPr>
          <p:nvPr/>
        </p:nvSpPr>
        <p:spPr>
          <a:xfrm xmlns:a="http://schemas.openxmlformats.org/drawingml/2006/main">
            <a:off x="1333500" y="3990975"/>
            <a:ext cx="10039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C2446"/>
                </a:solidFill>
                <a:latin typeface="Arial"/>
                <a:ea typeface="Arial"/>
                <a:cs typeface="Arial"/>
              </a:defRPr>
            </a:defPPr>
            <a:lvl1pPr>
              <a:defRPr sz="2250" b="1">
                <a:solidFill>
                  <a:srgbClr val="0C2446"/>
                </a:solidFill>
                <a:latin typeface="Arial"/>
                <a:ea typeface="Arial"/>
                <a:cs typeface="Arial"/>
              </a:defRPr>
            </a:lvl1pPr>
            <a:lvl2pPr>
              <a:defRPr sz="2250" b="1">
                <a:solidFill>
                  <a:srgbClr val="0C2446"/>
                </a:solidFill>
                <a:latin typeface="Arial"/>
                <a:ea typeface="Arial"/>
                <a:cs typeface="Arial"/>
              </a:defRPr>
            </a:lvl2pPr>
            <a:lvl3pPr>
              <a:defRPr sz="2250" b="1">
                <a:solidFill>
                  <a:srgbClr val="0C2446"/>
                </a:solidFill>
                <a:latin typeface="Arial"/>
                <a:ea typeface="Arial"/>
                <a:cs typeface="Arial"/>
              </a:defRPr>
            </a:lvl3pPr>
            <a:lvl4pPr>
              <a:defRPr sz="2250" b="1">
                <a:solidFill>
                  <a:srgbClr val="0C2446"/>
                </a:solidFill>
                <a:latin typeface="Arial"/>
                <a:ea typeface="Arial"/>
                <a:cs typeface="Arial"/>
              </a:defRPr>
            </a:lvl4pPr>
            <a:lvl5pPr>
              <a:defRPr sz="2250" b="1">
                <a:solidFill>
                  <a:srgbClr val="0C2446"/>
                </a:solidFill>
                <a:latin typeface="Arial"/>
                <a:ea typeface="Arial"/>
                <a:cs typeface="Arial"/>
              </a:defRPr>
            </a:lvl5pPr>
            <a:lvl6pPr>
              <a:defRPr sz="2250" b="1">
                <a:solidFill>
                  <a:srgbClr val="0C2446"/>
                </a:solidFill>
                <a:latin typeface="Arial"/>
                <a:ea typeface="Arial"/>
                <a:cs typeface="Arial"/>
              </a:defRPr>
            </a:lvl6pPr>
            <a:lvl7pPr>
              <a:defRPr sz="2250" b="1">
                <a:solidFill>
                  <a:srgbClr val="0C2446"/>
                </a:solidFill>
                <a:latin typeface="Arial"/>
                <a:ea typeface="Arial"/>
                <a:cs typeface="Arial"/>
              </a:defRPr>
            </a:lvl7pPr>
            <a:lvl8pPr>
              <a:defRPr sz="2250" b="1">
                <a:solidFill>
                  <a:srgbClr val="0C2446"/>
                </a:solidFill>
                <a:latin typeface="Arial"/>
                <a:ea typeface="Arial"/>
                <a:cs typeface="Arial"/>
              </a:defRPr>
            </a:lvl8pPr>
            <a:lvl9pPr>
              <a:defRPr sz="2250" b="1">
                <a:solidFill>
                  <a:srgbClr val="0C2446"/>
                </a:solidFill>
                <a:latin typeface="Arial"/>
                <a:ea typeface="Arial"/>
                <a:cs typeface="Arial"/>
              </a:defRPr>
            </a:lvl9pPr>
          </a:lstStyle>
          <a:p xmlns:a="http://schemas.openxmlformats.org/drawingml/2006/main">
            <a:pPr>
              <a:defRPr sz="2250" b="1">
                <a:solidFill>
                  <a:srgbClr val="0C2446"/>
                </a:solidFill>
                <a:latin typeface="Arial"/>
                <a:ea typeface="Arial"/>
                <a:cs typeface="Arial"/>
              </a:defRPr>
            </a:pPr>
            <a:r>
              <a:rPr sz="2250" b="1">
                <a:solidFill>
                  <a:srgbClr val="0C2446"/>
                </a:solidFill>
                <a:latin typeface="Arial"/>
                <a:ea typeface="Arial"/>
                <a:cs typeface="Arial"/>
              </a:rPr>
              <a:t>Вёл итерации по обратной связи</a:t>
            </a:r>
          </a:p>
        </p:txBody>
      </p:sp>
      <p:sp>
        <p:nvSpPr>
          <p:cNvPr id="11" name="text-45">
            <a:extLst xmlns:a="http://schemas.openxmlformats.org/drawingml/2006/main">
              <a:ext uri="{FF2B5EF4-FFF2-40B4-BE49-F238E27FC236}">
                <a16:creationId xmlns:a16="http://schemas.microsoft.com/office/drawing/2014/main" id="{3370A97B-DBD7-49A0-BE96-187B5F979EF9}"/>
              </a:ext>
            </a:extLst>
          </p:cNvPr>
          <p:cNvSpPr>
            <a:spLocks xmlns:a="http://schemas.openxmlformats.org/drawingml/2006/main" noGrp="1"/>
          </p:cNvSpPr>
          <p:nvPr/>
        </p:nvSpPr>
        <p:spPr>
          <a:xfrm xmlns:a="http://schemas.openxmlformats.org/drawingml/2006/main">
            <a:off x="1333500" y="4476750"/>
            <a:ext cx="1003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0637E"/>
                </a:solidFill>
                <a:latin typeface="Arial"/>
                <a:ea typeface="Arial"/>
                <a:cs typeface="Arial"/>
              </a:defRPr>
            </a:defPPr>
            <a:lvl1pPr>
              <a:defRPr sz="1950" b="0">
                <a:solidFill>
                  <a:srgbClr val="50637E"/>
                </a:solidFill>
                <a:latin typeface="Arial"/>
                <a:ea typeface="Arial"/>
                <a:cs typeface="Arial"/>
              </a:defRPr>
            </a:lvl1pPr>
            <a:lvl2pPr>
              <a:defRPr sz="1950" b="0">
                <a:solidFill>
                  <a:srgbClr val="50637E"/>
                </a:solidFill>
                <a:latin typeface="Arial"/>
                <a:ea typeface="Arial"/>
                <a:cs typeface="Arial"/>
              </a:defRPr>
            </a:lvl2pPr>
            <a:lvl3pPr>
              <a:defRPr sz="1950" b="0">
                <a:solidFill>
                  <a:srgbClr val="50637E"/>
                </a:solidFill>
                <a:latin typeface="Arial"/>
                <a:ea typeface="Arial"/>
                <a:cs typeface="Arial"/>
              </a:defRPr>
            </a:lvl3pPr>
            <a:lvl4pPr>
              <a:defRPr sz="1950" b="0">
                <a:solidFill>
                  <a:srgbClr val="50637E"/>
                </a:solidFill>
                <a:latin typeface="Arial"/>
                <a:ea typeface="Arial"/>
                <a:cs typeface="Arial"/>
              </a:defRPr>
            </a:lvl4pPr>
            <a:lvl5pPr>
              <a:defRPr sz="1950" b="0">
                <a:solidFill>
                  <a:srgbClr val="50637E"/>
                </a:solidFill>
                <a:latin typeface="Arial"/>
                <a:ea typeface="Arial"/>
                <a:cs typeface="Arial"/>
              </a:defRPr>
            </a:lvl5pPr>
            <a:lvl6pPr>
              <a:defRPr sz="1950" b="0">
                <a:solidFill>
                  <a:srgbClr val="50637E"/>
                </a:solidFill>
                <a:latin typeface="Arial"/>
                <a:ea typeface="Arial"/>
                <a:cs typeface="Arial"/>
              </a:defRPr>
            </a:lvl6pPr>
            <a:lvl7pPr>
              <a:defRPr sz="1950" b="0">
                <a:solidFill>
                  <a:srgbClr val="50637E"/>
                </a:solidFill>
                <a:latin typeface="Arial"/>
                <a:ea typeface="Arial"/>
                <a:cs typeface="Arial"/>
              </a:defRPr>
            </a:lvl7pPr>
            <a:lvl8pPr>
              <a:defRPr sz="1950" b="0">
                <a:solidFill>
                  <a:srgbClr val="50637E"/>
                </a:solidFill>
                <a:latin typeface="Arial"/>
                <a:ea typeface="Arial"/>
                <a:cs typeface="Arial"/>
              </a:defRPr>
            </a:lvl8pPr>
            <a:lvl9pPr>
              <a:defRPr sz="1950" b="0">
                <a:solidFill>
                  <a:srgbClr val="50637E"/>
                </a:solidFill>
                <a:latin typeface="Arial"/>
                <a:ea typeface="Arial"/>
                <a:cs typeface="Arial"/>
              </a:defRPr>
            </a:lvl9pPr>
          </a:lstStyle>
          <a:p xmlns:a="http://schemas.openxmlformats.org/drawingml/2006/main">
            <a:pPr>
              <a:defRPr sz="1950" b="0">
                <a:solidFill>
                  <a:srgbClr val="50637E"/>
                </a:solidFill>
                <a:latin typeface="Arial"/>
                <a:ea typeface="Arial"/>
                <a:cs typeface="Arial"/>
              </a:defRPr>
            </a:pPr>
            <a:r>
              <a:rPr sz="1950" b="0">
                <a:solidFill>
                  <a:srgbClr val="50637E"/>
                </a:solidFill>
                <a:latin typeface="Arial"/>
                <a:ea typeface="Arial"/>
                <a:cs typeface="Arial"/>
              </a:rPr>
              <a:t>Уточнял интерфейс, уведомления и сценарии замещения коллег</a:t>
            </a:r>
          </a:p>
        </p:txBody>
      </p:sp>
      <p:sp>
        <p:nvSpPr>
          <p:cNvPr id="12" name="text-46">
            <a:extLst xmlns:a="http://schemas.openxmlformats.org/drawingml/2006/main">
              <a:ext uri="{FF2B5EF4-FFF2-40B4-BE49-F238E27FC236}">
                <a16:creationId xmlns:a16="http://schemas.microsoft.com/office/drawing/2014/main" id="{70075CDF-E729-46D1-9F55-83F161CCB887}"/>
              </a:ext>
            </a:extLst>
          </p:cNvPr>
          <p:cNvSpPr>
            <a:spLocks xmlns:a="http://schemas.openxmlformats.org/drawingml/2006/main" noGrp="1"/>
          </p:cNvSpPr>
          <p:nvPr/>
        </p:nvSpPr>
        <p:spPr>
          <a:xfrm xmlns:a="http://schemas.openxmlformats.org/drawingml/2006/main">
            <a:off x="628650" y="57245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25BB5"/>
                </a:solidFill>
                <a:latin typeface="Arial"/>
                <a:ea typeface="Arial"/>
                <a:cs typeface="Arial"/>
              </a:defRPr>
            </a:defPPr>
            <a:lvl1pPr>
              <a:defRPr sz="2025" b="1">
                <a:solidFill>
                  <a:srgbClr val="225BB5"/>
                </a:solidFill>
                <a:latin typeface="Arial"/>
                <a:ea typeface="Arial"/>
                <a:cs typeface="Arial"/>
              </a:defRPr>
            </a:lvl1pPr>
            <a:lvl2pPr>
              <a:defRPr sz="2025" b="1">
                <a:solidFill>
                  <a:srgbClr val="225BB5"/>
                </a:solidFill>
                <a:latin typeface="Arial"/>
                <a:ea typeface="Arial"/>
                <a:cs typeface="Arial"/>
              </a:defRPr>
            </a:lvl2pPr>
            <a:lvl3pPr>
              <a:defRPr sz="2025" b="1">
                <a:solidFill>
                  <a:srgbClr val="225BB5"/>
                </a:solidFill>
                <a:latin typeface="Arial"/>
                <a:ea typeface="Arial"/>
                <a:cs typeface="Arial"/>
              </a:defRPr>
            </a:lvl3pPr>
            <a:lvl4pPr>
              <a:defRPr sz="2025" b="1">
                <a:solidFill>
                  <a:srgbClr val="225BB5"/>
                </a:solidFill>
                <a:latin typeface="Arial"/>
                <a:ea typeface="Arial"/>
                <a:cs typeface="Arial"/>
              </a:defRPr>
            </a:lvl4pPr>
            <a:lvl5pPr>
              <a:defRPr sz="2025" b="1">
                <a:solidFill>
                  <a:srgbClr val="225BB5"/>
                </a:solidFill>
                <a:latin typeface="Arial"/>
                <a:ea typeface="Arial"/>
                <a:cs typeface="Arial"/>
              </a:defRPr>
            </a:lvl5pPr>
            <a:lvl6pPr>
              <a:defRPr sz="2025" b="1">
                <a:solidFill>
                  <a:srgbClr val="225BB5"/>
                </a:solidFill>
                <a:latin typeface="Arial"/>
                <a:ea typeface="Arial"/>
                <a:cs typeface="Arial"/>
              </a:defRPr>
            </a:lvl6pPr>
            <a:lvl7pPr>
              <a:defRPr sz="2025" b="1">
                <a:solidFill>
                  <a:srgbClr val="225BB5"/>
                </a:solidFill>
                <a:latin typeface="Arial"/>
                <a:ea typeface="Arial"/>
                <a:cs typeface="Arial"/>
              </a:defRPr>
            </a:lvl7pPr>
            <a:lvl8pPr>
              <a:defRPr sz="2025" b="1">
                <a:solidFill>
                  <a:srgbClr val="225BB5"/>
                </a:solidFill>
                <a:latin typeface="Arial"/>
                <a:ea typeface="Arial"/>
                <a:cs typeface="Arial"/>
              </a:defRPr>
            </a:lvl8pPr>
            <a:lvl9pPr>
              <a:defRPr sz="2025" b="1">
                <a:solidFill>
                  <a:srgbClr val="225BB5"/>
                </a:solidFill>
                <a:latin typeface="Arial"/>
                <a:ea typeface="Arial"/>
                <a:cs typeface="Arial"/>
              </a:defRPr>
            </a:lvl9pPr>
          </a:lstStyle>
          <a:p xmlns:a="http://schemas.openxmlformats.org/drawingml/2006/main">
            <a:pPr>
              <a:defRPr sz="2025" b="1">
                <a:solidFill>
                  <a:srgbClr val="225BB5"/>
                </a:solidFill>
                <a:latin typeface="Arial"/>
                <a:ea typeface="Arial"/>
                <a:cs typeface="Arial"/>
              </a:defRPr>
            </a:pPr>
            <a:r>
              <a:rPr sz="2025" b="1">
                <a:solidFill>
                  <a:srgbClr val="225BB5"/>
                </a:solidFill>
                <a:latin typeface="Arial"/>
                <a:ea typeface="Arial"/>
                <a:cs typeface="Arial"/>
              </a:rPr>
              <a:t>Координировал AI-assisted реализацию и проверял пользовательские сценарии.</a:t>
            </a:r>
          </a:p>
        </p:txBody>
      </p:sp>
    </p:spTree>
    <p:extLst>
      <p:ext uri="{BB962C8B-B14F-4D97-AF65-F5344CB8AC3E}">
        <p14:creationId xmlns:p14="http://schemas.microsoft.com/office/powerpoint/2010/main" val="6060266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47">
            <a:extLst xmlns:a="http://schemas.openxmlformats.org/drawingml/2006/main">
              <a:ext uri="{FF2B5EF4-FFF2-40B4-BE49-F238E27FC236}">
                <a16:creationId xmlns:a16="http://schemas.microsoft.com/office/drawing/2014/main" id="{C30CB054-6010-400E-A72A-B51CCA01BB18}"/>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C2446"/>
                </a:solidFill>
                <a:latin typeface="Arial"/>
                <a:ea typeface="Arial"/>
                <a:cs typeface="Arial"/>
              </a:defRPr>
            </a:defPPr>
            <a:lvl1pPr>
              <a:defRPr sz="3300" b="1">
                <a:solidFill>
                  <a:srgbClr val="0C2446"/>
                </a:solidFill>
                <a:latin typeface="Arial"/>
                <a:ea typeface="Arial"/>
                <a:cs typeface="Arial"/>
              </a:defRPr>
            </a:lvl1pPr>
            <a:lvl2pPr>
              <a:defRPr sz="3300" b="1">
                <a:solidFill>
                  <a:srgbClr val="0C2446"/>
                </a:solidFill>
                <a:latin typeface="Arial"/>
                <a:ea typeface="Arial"/>
                <a:cs typeface="Arial"/>
              </a:defRPr>
            </a:lvl2pPr>
            <a:lvl3pPr>
              <a:defRPr sz="3300" b="1">
                <a:solidFill>
                  <a:srgbClr val="0C2446"/>
                </a:solidFill>
                <a:latin typeface="Arial"/>
                <a:ea typeface="Arial"/>
                <a:cs typeface="Arial"/>
              </a:defRPr>
            </a:lvl3pPr>
            <a:lvl4pPr>
              <a:defRPr sz="3300" b="1">
                <a:solidFill>
                  <a:srgbClr val="0C2446"/>
                </a:solidFill>
                <a:latin typeface="Arial"/>
                <a:ea typeface="Arial"/>
                <a:cs typeface="Arial"/>
              </a:defRPr>
            </a:lvl4pPr>
            <a:lvl5pPr>
              <a:defRPr sz="3300" b="1">
                <a:solidFill>
                  <a:srgbClr val="0C2446"/>
                </a:solidFill>
                <a:latin typeface="Arial"/>
                <a:ea typeface="Arial"/>
                <a:cs typeface="Arial"/>
              </a:defRPr>
            </a:lvl5pPr>
            <a:lvl6pPr>
              <a:defRPr sz="3300" b="1">
                <a:solidFill>
                  <a:srgbClr val="0C2446"/>
                </a:solidFill>
                <a:latin typeface="Arial"/>
                <a:ea typeface="Arial"/>
                <a:cs typeface="Arial"/>
              </a:defRPr>
            </a:lvl6pPr>
            <a:lvl7pPr>
              <a:defRPr sz="3300" b="1">
                <a:solidFill>
                  <a:srgbClr val="0C2446"/>
                </a:solidFill>
                <a:latin typeface="Arial"/>
                <a:ea typeface="Arial"/>
                <a:cs typeface="Arial"/>
              </a:defRPr>
            </a:lvl7pPr>
            <a:lvl8pPr>
              <a:defRPr sz="3300" b="1">
                <a:solidFill>
                  <a:srgbClr val="0C2446"/>
                </a:solidFill>
                <a:latin typeface="Arial"/>
                <a:ea typeface="Arial"/>
                <a:cs typeface="Arial"/>
              </a:defRPr>
            </a:lvl8pPr>
            <a:lvl9pPr>
              <a:defRPr sz="3300" b="1">
                <a:solidFill>
                  <a:srgbClr val="0C2446"/>
                </a:solidFill>
                <a:latin typeface="Arial"/>
                <a:ea typeface="Arial"/>
                <a:cs typeface="Arial"/>
              </a:defRPr>
            </a:lvl9pPr>
          </a:lstStyle>
          <a:p xmlns:a="http://schemas.openxmlformats.org/drawingml/2006/main">
            <a:pPr>
              <a:defRPr sz="3300" b="1">
                <a:solidFill>
                  <a:srgbClr val="0C2446"/>
                </a:solidFill>
                <a:latin typeface="Arial"/>
                <a:ea typeface="Arial"/>
                <a:cs typeface="Arial"/>
              </a:defRPr>
            </a:pPr>
            <a:r>
              <a:rPr sz="3300" b="1">
                <a:solidFill>
                  <a:srgbClr val="0C2446"/>
                </a:solidFill>
                <a:latin typeface="Arial"/>
                <a:ea typeface="Arial"/>
                <a:cs typeface="Arial"/>
              </a:rPr>
              <a:t>Технологии и их роль в продукте</a:t>
            </a:r>
          </a:p>
        </p:txBody>
      </p:sp>
      <p:sp>
        <p:nvSpPr>
          <p:cNvPr id="2" name="text-48">
            <a:extLst xmlns:a="http://schemas.openxmlformats.org/drawingml/2006/main">
              <a:ext uri="{FF2B5EF4-FFF2-40B4-BE49-F238E27FC236}">
                <a16:creationId xmlns:a16="http://schemas.microsoft.com/office/drawing/2014/main" id="{000F707C-8E9D-4D05-ABCB-9C71A1043A8C}"/>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37E"/>
                </a:solidFill>
                <a:latin typeface="Arial"/>
                <a:ea typeface="Arial"/>
                <a:cs typeface="Arial"/>
              </a:defRPr>
            </a:defPPr>
            <a:lvl1pPr>
              <a:defRPr sz="1275" b="0">
                <a:solidFill>
                  <a:srgbClr val="50637E"/>
                </a:solidFill>
                <a:latin typeface="Arial"/>
                <a:ea typeface="Arial"/>
                <a:cs typeface="Arial"/>
              </a:defRPr>
            </a:lvl1pPr>
            <a:lvl2pPr>
              <a:defRPr sz="1275" b="0">
                <a:solidFill>
                  <a:srgbClr val="50637E"/>
                </a:solidFill>
                <a:latin typeface="Arial"/>
                <a:ea typeface="Arial"/>
                <a:cs typeface="Arial"/>
              </a:defRPr>
            </a:lvl2pPr>
            <a:lvl3pPr>
              <a:defRPr sz="1275" b="0">
                <a:solidFill>
                  <a:srgbClr val="50637E"/>
                </a:solidFill>
                <a:latin typeface="Arial"/>
                <a:ea typeface="Arial"/>
                <a:cs typeface="Arial"/>
              </a:defRPr>
            </a:lvl3pPr>
            <a:lvl4pPr>
              <a:defRPr sz="1275" b="0">
                <a:solidFill>
                  <a:srgbClr val="50637E"/>
                </a:solidFill>
                <a:latin typeface="Arial"/>
                <a:ea typeface="Arial"/>
                <a:cs typeface="Arial"/>
              </a:defRPr>
            </a:lvl4pPr>
            <a:lvl5pPr>
              <a:defRPr sz="1275" b="0">
                <a:solidFill>
                  <a:srgbClr val="50637E"/>
                </a:solidFill>
                <a:latin typeface="Arial"/>
                <a:ea typeface="Arial"/>
                <a:cs typeface="Arial"/>
              </a:defRPr>
            </a:lvl5pPr>
            <a:lvl6pPr>
              <a:defRPr sz="1275" b="0">
                <a:solidFill>
                  <a:srgbClr val="50637E"/>
                </a:solidFill>
                <a:latin typeface="Arial"/>
                <a:ea typeface="Arial"/>
                <a:cs typeface="Arial"/>
              </a:defRPr>
            </a:lvl6pPr>
            <a:lvl7pPr>
              <a:defRPr sz="1275" b="0">
                <a:solidFill>
                  <a:srgbClr val="50637E"/>
                </a:solidFill>
                <a:latin typeface="Arial"/>
                <a:ea typeface="Arial"/>
                <a:cs typeface="Arial"/>
              </a:defRPr>
            </a:lvl7pPr>
            <a:lvl8pPr>
              <a:defRPr sz="1275" b="0">
                <a:solidFill>
                  <a:srgbClr val="50637E"/>
                </a:solidFill>
                <a:latin typeface="Arial"/>
                <a:ea typeface="Arial"/>
                <a:cs typeface="Arial"/>
              </a:defRPr>
            </a:lvl8pPr>
            <a:lvl9pPr>
              <a:defRPr sz="1275" b="0">
                <a:solidFill>
                  <a:srgbClr val="50637E"/>
                </a:solidFill>
                <a:latin typeface="Arial"/>
                <a:ea typeface="Arial"/>
                <a:cs typeface="Arial"/>
              </a:defRPr>
            </a:lvl9pPr>
          </a:lstStyle>
          <a:p xmlns:a="http://schemas.openxmlformats.org/drawingml/2006/main">
            <a:pPr>
              <a:defRPr sz="1275" b="0">
                <a:solidFill>
                  <a:srgbClr val="50637E"/>
                </a:solidFill>
                <a:latin typeface="Arial"/>
                <a:ea typeface="Arial"/>
                <a:cs typeface="Arial"/>
              </a:defRPr>
            </a:pPr>
            <a:r>
              <a:rPr sz="1275" b="0">
                <a:solidFill>
                  <a:srgbClr val="50637E"/>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6EB0D843-40C6-48BB-BFF4-457C5758B223}"/>
              </a:ext>
            </a:extLst>
          </p:cNvPr>
          <p:cNvGraphicFramePr/>
          <p:nvPr/>
        </p:nvGraphicFramePr>
        <p:xfrm>
          <a:off xmlns:a="http://schemas.openxmlformats.org/drawingml/2006/main" x="609600" y="1714500"/>
          <a:ext xmlns:a="http://schemas.openxmlformats.org/drawingml/2006/main" cx="10972800" cy="4191000"/>
        </p:xfrm>
        <a:graphic xmlns:a="http://schemas.openxmlformats.org/drawingml/2006/main">
          <a:graphicData uri="http://schemas.openxmlformats.org/drawingml/2006/table">
            <a:tbl>
              <a:tblPr/>
              <a:tblGrid>
                <a:gridCol w="5191125"/>
                <a:gridCol w="5781675"/>
              </a:tblGrid>
              <a:tr h="698500">
                <a:tc>
                  <a:txBody>
                    <a:bodyPr wrap="square" lIns="114300" tIns="114300" rIns="114300" bIns="114300">
                      <a:noAutofit/>
                    </a:bodyPr>
                    <a:lstStyle/>
                    <a:p>
                      <a:r>
                        <a:rPr sz="1950" b="1">
                          <a:solidFill>
                            <a:srgbClr val="FFFFFF"/>
                          </a:solidFill>
                          <a:latin typeface="Arial"/>
                          <a:ea typeface="Arial"/>
                          <a:cs typeface="Arial"/>
                        </a:rPr>
                        <a:t>Технология</a:t>
                      </a:r>
                    </a:p>
                  </a:txBody>
                  <a:tcPr marL="91440" marR="91440" marT="45720" marB="45720" anchor="ctr">
                    <a:lnL w="9525">
                      <a:solidFill>
                        <a:srgbClr val="D6E1F0"/>
                      </a:solidFill>
                      <a:prstDash val="solid"/>
                    </a:lnL>
                    <a:lnR w="9525">
                      <a:solidFill>
                        <a:srgbClr val="D6E1F0"/>
                      </a:solidFill>
                      <a:prstDash val="solid"/>
                    </a:lnR>
                    <a:lnT w="9525">
                      <a:solidFill>
                        <a:srgbClr val="D6E1F0"/>
                      </a:solidFill>
                      <a:prstDash val="solid"/>
                    </a:lnT>
                    <a:lnB w="9525">
                      <a:solidFill>
                        <a:srgbClr val="D6E1F0"/>
                      </a:solidFill>
                      <a:prstDash val="solid"/>
                    </a:lnB>
                    <a:solidFill>
                      <a:srgbClr val="0C2446"/>
                    </a:solidFill>
                  </a:tcPr>
                </a:tc>
                <a:tc>
                  <a:txBody>
                    <a:bodyPr wrap="square" lIns="114300" tIns="114300" rIns="114300" bIns="114300">
                      <a:noAutofit/>
                    </a:bodyPr>
                    <a:lstStyle/>
                    <a:p>
                      <a:r>
                        <a:rPr sz="1950" b="1">
                          <a:solidFill>
                            <a:srgbClr val="FFFFFF"/>
                          </a:solidFill>
                          <a:latin typeface="Arial"/>
                          <a:ea typeface="Arial"/>
                          <a:cs typeface="Arial"/>
                        </a:rPr>
                        <a:t>Какую задачу решает</a:t>
                      </a:r>
                    </a:p>
                  </a:txBody>
                  <a:tcPr marL="91440" marR="91440" marT="45720" marB="45720" anchor="ctr">
                    <a:lnR w="9525">
                      <a:solidFill>
                        <a:srgbClr val="D6E1F0"/>
                      </a:solidFill>
                      <a:prstDash val="solid"/>
                    </a:lnR>
                    <a:lnT w="9525">
                      <a:solidFill>
                        <a:srgbClr val="D6E1F0"/>
                      </a:solidFill>
                      <a:prstDash val="solid"/>
                    </a:lnT>
                    <a:lnB w="9525">
                      <a:solidFill>
                        <a:srgbClr val="D6E1F0"/>
                      </a:solidFill>
                      <a:prstDash val="solid"/>
                    </a:lnB>
                    <a:solidFill>
                      <a:srgbClr val="0C2446"/>
                    </a:solidFill>
                  </a:tcPr>
                </a:tc>
              </a:tr>
              <a:tr h="698500">
                <a:tc>
                  <a:txBody>
                    <a:bodyPr wrap="square" lIns="114300" tIns="114300" rIns="114300" bIns="114300">
                      <a:noAutofit/>
                    </a:bodyPr>
                    <a:lstStyle/>
                    <a:p>
                      <a:r>
                        <a:rPr sz="1800" b="0">
                          <a:solidFill>
                            <a:srgbClr val="16243A"/>
                          </a:solidFill>
                          <a:latin typeface="Arial"/>
                          <a:ea typeface="Arial"/>
                          <a:cs typeface="Arial"/>
                        </a:rPr>
                        <a:t>React 19, TypeScript, Tailwind, Radix</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FFFFF"/>
                    </a:solidFill>
                  </a:tcPr>
                </a:tc>
                <a:tc>
                  <a:txBody>
                    <a:bodyPr wrap="square" lIns="114300" tIns="114300" rIns="114300" bIns="114300">
                      <a:noAutofit/>
                    </a:bodyPr>
                    <a:lstStyle/>
                    <a:p>
                      <a:r>
                        <a:rPr sz="1800" b="0">
                          <a:solidFill>
                            <a:srgbClr val="16243A"/>
                          </a:solidFill>
                          <a:latin typeface="Arial"/>
                          <a:ea typeface="Arial"/>
                          <a:cs typeface="Arial"/>
                        </a:rPr>
                        <a:t>Общий интерфейс досок, форм и карточек</a:t>
                      </a:r>
                    </a:p>
                  </a:txBody>
                  <a:tcPr marL="91440" marR="91440" marT="45720" marB="45720" anchor="ctr">
                    <a:lnR w="9525">
                      <a:solidFill>
                        <a:srgbClr val="D6E1F0"/>
                      </a:solidFill>
                      <a:prstDash val="solid"/>
                    </a:lnR>
                    <a:lnB w="9525">
                      <a:solidFill>
                        <a:srgbClr val="D6E1F0"/>
                      </a:solidFill>
                      <a:prstDash val="solid"/>
                    </a:lnB>
                    <a:solidFill>
                      <a:srgbClr val="FFFFFF"/>
                    </a:solidFill>
                  </a:tcPr>
                </a:tc>
              </a:tr>
              <a:tr h="698500">
                <a:tc>
                  <a:txBody>
                    <a:bodyPr wrap="square" lIns="114300" tIns="114300" rIns="114300" bIns="114300">
                      <a:noAutofit/>
                    </a:bodyPr>
                    <a:lstStyle/>
                    <a:p>
                      <a:r>
                        <a:rPr sz="1800" b="0">
                          <a:solidFill>
                            <a:srgbClr val="16243A"/>
                          </a:solidFill>
                          <a:latin typeface="Arial"/>
                          <a:ea typeface="Arial"/>
                          <a:cs typeface="Arial"/>
                        </a:rPr>
                        <a:t>Next.js 15, NextAuth</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0F5FC"/>
                    </a:solidFill>
                  </a:tcPr>
                </a:tc>
                <a:tc>
                  <a:txBody>
                    <a:bodyPr wrap="square" lIns="114300" tIns="114300" rIns="114300" bIns="114300">
                      <a:noAutofit/>
                    </a:bodyPr>
                    <a:lstStyle/>
                    <a:p>
                      <a:r>
                        <a:rPr sz="1800" b="0">
                          <a:solidFill>
                            <a:srgbClr val="16243A"/>
                          </a:solidFill>
                          <a:latin typeface="Arial"/>
                          <a:ea typeface="Arial"/>
                          <a:cs typeface="Arial"/>
                        </a:rPr>
                        <a:t>Веб-приложение, API и сессии пользователей</a:t>
                      </a:r>
                    </a:p>
                  </a:txBody>
                  <a:tcPr marL="91440" marR="91440" marT="45720" marB="45720" anchor="ctr">
                    <a:lnR w="9525">
                      <a:solidFill>
                        <a:srgbClr val="D6E1F0"/>
                      </a:solidFill>
                      <a:prstDash val="solid"/>
                    </a:lnR>
                    <a:lnB w="9525">
                      <a:solidFill>
                        <a:srgbClr val="D6E1F0"/>
                      </a:solidFill>
                      <a:prstDash val="solid"/>
                    </a:lnB>
                    <a:solidFill>
                      <a:srgbClr val="F0F5FC"/>
                    </a:solidFill>
                  </a:tcPr>
                </a:tc>
              </a:tr>
              <a:tr h="698500">
                <a:tc>
                  <a:txBody>
                    <a:bodyPr wrap="square" lIns="114300" tIns="114300" rIns="114300" bIns="114300">
                      <a:noAutofit/>
                    </a:bodyPr>
                    <a:lstStyle/>
                    <a:p>
                      <a:r>
                        <a:rPr sz="1800" b="0">
                          <a:solidFill>
                            <a:srgbClr val="16243A"/>
                          </a:solidFill>
                          <a:latin typeface="Arial"/>
                          <a:ea typeface="Arial"/>
                          <a:cs typeface="Arial"/>
                        </a:rPr>
                        <a:t>PostgreSQL, Prisma 6</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FFFFF"/>
                    </a:solidFill>
                  </a:tcPr>
                </a:tc>
                <a:tc>
                  <a:txBody>
                    <a:bodyPr wrap="square" lIns="114300" tIns="114300" rIns="114300" bIns="114300">
                      <a:noAutofit/>
                    </a:bodyPr>
                    <a:lstStyle/>
                    <a:p>
                      <a:r>
                        <a:rPr sz="1800" b="0">
                          <a:solidFill>
                            <a:srgbClr val="16243A"/>
                          </a:solidFill>
                          <a:latin typeface="Arial"/>
                          <a:ea typeface="Arial"/>
                          <a:cs typeface="Arial"/>
                        </a:rPr>
                        <a:t>Учёт обращений, транзакции и история действий</a:t>
                      </a:r>
                    </a:p>
                  </a:txBody>
                  <a:tcPr marL="91440" marR="91440" marT="45720" marB="45720" anchor="ctr">
                    <a:lnR w="9525">
                      <a:solidFill>
                        <a:srgbClr val="D6E1F0"/>
                      </a:solidFill>
                      <a:prstDash val="solid"/>
                    </a:lnR>
                    <a:lnB w="9525">
                      <a:solidFill>
                        <a:srgbClr val="D6E1F0"/>
                      </a:solidFill>
                      <a:prstDash val="solid"/>
                    </a:lnB>
                    <a:solidFill>
                      <a:srgbClr val="FFFFFF"/>
                    </a:solidFill>
                  </a:tcPr>
                </a:tc>
              </a:tr>
              <a:tr h="698500">
                <a:tc>
                  <a:txBody>
                    <a:bodyPr wrap="square" lIns="114300" tIns="114300" rIns="114300" bIns="114300">
                      <a:noAutofit/>
                    </a:bodyPr>
                    <a:lstStyle/>
                    <a:p>
                      <a:r>
                        <a:rPr sz="1800" b="0">
                          <a:solidFill>
                            <a:srgbClr val="16243A"/>
                          </a:solidFill>
                          <a:latin typeface="Arial"/>
                          <a:ea typeface="Arial"/>
                          <a:cs typeface="Arial"/>
                        </a:rPr>
                        <a:t>Socket.IO 4, TanStack Query</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0F5FC"/>
                    </a:solidFill>
                  </a:tcPr>
                </a:tc>
                <a:tc>
                  <a:txBody>
                    <a:bodyPr wrap="square" lIns="114300" tIns="114300" rIns="114300" bIns="114300">
                      <a:noAutofit/>
                    </a:bodyPr>
                    <a:lstStyle/>
                    <a:p>
                      <a:r>
                        <a:rPr sz="1800" b="0">
                          <a:solidFill>
                            <a:srgbClr val="16243A"/>
                          </a:solidFill>
                          <a:latin typeface="Arial"/>
                          <a:ea typeface="Arial"/>
                          <a:cs typeface="Arial"/>
                        </a:rPr>
                        <a:t>Обновления и согласование данных на клиенте</a:t>
                      </a:r>
                    </a:p>
                  </a:txBody>
                  <a:tcPr marL="91440" marR="91440" marT="45720" marB="45720" anchor="ctr">
                    <a:lnR w="9525">
                      <a:solidFill>
                        <a:srgbClr val="D6E1F0"/>
                      </a:solidFill>
                      <a:prstDash val="solid"/>
                    </a:lnR>
                    <a:lnB w="9525">
                      <a:solidFill>
                        <a:srgbClr val="D6E1F0"/>
                      </a:solidFill>
                      <a:prstDash val="solid"/>
                    </a:lnB>
                    <a:solidFill>
                      <a:srgbClr val="F0F5FC"/>
                    </a:solidFill>
                  </a:tcPr>
                </a:tc>
              </a:tr>
              <a:tr h="698500">
                <a:tc>
                  <a:txBody>
                    <a:bodyPr wrap="square" lIns="114300" tIns="114300" rIns="114300" bIns="114300">
                      <a:noAutofit/>
                    </a:bodyPr>
                    <a:lstStyle/>
                    <a:p>
                      <a:r>
                        <a:rPr sz="1800" b="0">
                          <a:solidFill>
                            <a:srgbClr val="16243A"/>
                          </a:solidFill>
                          <a:latin typeface="Arial"/>
                          <a:ea typeface="Arial"/>
                          <a:cs typeface="Arial"/>
                        </a:rPr>
                        <a:t>Локальное хранилище или S3</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FFFFF"/>
                    </a:solidFill>
                  </a:tcPr>
                </a:tc>
                <a:tc>
                  <a:txBody>
                    <a:bodyPr wrap="square" lIns="114300" tIns="114300" rIns="114300" bIns="114300">
                      <a:noAutofit/>
                    </a:bodyPr>
                    <a:lstStyle/>
                    <a:p>
                      <a:r>
                        <a:rPr sz="1800" b="0">
                          <a:solidFill>
                            <a:srgbClr val="16243A"/>
                          </a:solidFill>
                          <a:latin typeface="Arial"/>
                          <a:ea typeface="Arial"/>
                          <a:cs typeface="Arial"/>
                        </a:rPr>
                        <a:t>Приватные файлы и документы обращений</a:t>
                      </a:r>
                    </a:p>
                  </a:txBody>
                  <a:tcPr marL="91440" marR="91440" marT="45720" marB="45720" anchor="ctr">
                    <a:lnR w="9525">
                      <a:solidFill>
                        <a:srgbClr val="D6E1F0"/>
                      </a:solidFill>
                      <a:prstDash val="solid"/>
                    </a:lnR>
                    <a:lnB w="9525">
                      <a:solidFill>
                        <a:srgbClr val="D6E1F0"/>
                      </a:solidFill>
                      <a:prstDash val="solid"/>
                    </a:lnB>
                    <a:solidFill>
                      <a:srgbClr val="FFFFFF"/>
                    </a:solidFill>
                  </a:tcPr>
                </a:tc>
              </a:tr>
            </a:tbl>
          </a:graphicData>
        </a:graphic>
      </p:graphicFrame>
    </p:spTree>
    <p:extLst>
      <p:ext uri="{BB962C8B-B14F-4D97-AF65-F5344CB8AC3E}">
        <p14:creationId xmlns:p14="http://schemas.microsoft.com/office/powerpoint/2010/main" val="8731209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49">
            <a:extLst xmlns:a="http://schemas.openxmlformats.org/drawingml/2006/main">
              <a:ext uri="{FF2B5EF4-FFF2-40B4-BE49-F238E27FC236}">
                <a16:creationId xmlns:a16="http://schemas.microsoft.com/office/drawing/2014/main" id="{EC90A80D-F623-4E7B-A33F-0BA0FA37BF2C}"/>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C2446"/>
                </a:solidFill>
                <a:latin typeface="Arial"/>
                <a:ea typeface="Arial"/>
                <a:cs typeface="Arial"/>
              </a:defRPr>
            </a:defPPr>
            <a:lvl1pPr>
              <a:defRPr sz="3300" b="1">
                <a:solidFill>
                  <a:srgbClr val="0C2446"/>
                </a:solidFill>
                <a:latin typeface="Arial"/>
                <a:ea typeface="Arial"/>
                <a:cs typeface="Arial"/>
              </a:defRPr>
            </a:lvl1pPr>
            <a:lvl2pPr>
              <a:defRPr sz="3300" b="1">
                <a:solidFill>
                  <a:srgbClr val="0C2446"/>
                </a:solidFill>
                <a:latin typeface="Arial"/>
                <a:ea typeface="Arial"/>
                <a:cs typeface="Arial"/>
              </a:defRPr>
            </a:lvl2pPr>
            <a:lvl3pPr>
              <a:defRPr sz="3300" b="1">
                <a:solidFill>
                  <a:srgbClr val="0C2446"/>
                </a:solidFill>
                <a:latin typeface="Arial"/>
                <a:ea typeface="Arial"/>
                <a:cs typeface="Arial"/>
              </a:defRPr>
            </a:lvl3pPr>
            <a:lvl4pPr>
              <a:defRPr sz="3300" b="1">
                <a:solidFill>
                  <a:srgbClr val="0C2446"/>
                </a:solidFill>
                <a:latin typeface="Arial"/>
                <a:ea typeface="Arial"/>
                <a:cs typeface="Arial"/>
              </a:defRPr>
            </a:lvl4pPr>
            <a:lvl5pPr>
              <a:defRPr sz="3300" b="1">
                <a:solidFill>
                  <a:srgbClr val="0C2446"/>
                </a:solidFill>
                <a:latin typeface="Arial"/>
                <a:ea typeface="Arial"/>
                <a:cs typeface="Arial"/>
              </a:defRPr>
            </a:lvl5pPr>
            <a:lvl6pPr>
              <a:defRPr sz="3300" b="1">
                <a:solidFill>
                  <a:srgbClr val="0C2446"/>
                </a:solidFill>
                <a:latin typeface="Arial"/>
                <a:ea typeface="Arial"/>
                <a:cs typeface="Arial"/>
              </a:defRPr>
            </a:lvl6pPr>
            <a:lvl7pPr>
              <a:defRPr sz="3300" b="1">
                <a:solidFill>
                  <a:srgbClr val="0C2446"/>
                </a:solidFill>
                <a:latin typeface="Arial"/>
                <a:ea typeface="Arial"/>
                <a:cs typeface="Arial"/>
              </a:defRPr>
            </a:lvl7pPr>
            <a:lvl8pPr>
              <a:defRPr sz="3300" b="1">
                <a:solidFill>
                  <a:srgbClr val="0C2446"/>
                </a:solidFill>
                <a:latin typeface="Arial"/>
                <a:ea typeface="Arial"/>
                <a:cs typeface="Arial"/>
              </a:defRPr>
            </a:lvl8pPr>
            <a:lvl9pPr>
              <a:defRPr sz="3300" b="1">
                <a:solidFill>
                  <a:srgbClr val="0C2446"/>
                </a:solidFill>
                <a:latin typeface="Arial"/>
                <a:ea typeface="Arial"/>
                <a:cs typeface="Arial"/>
              </a:defRPr>
            </a:lvl9pPr>
          </a:lstStyle>
          <a:p xmlns:a="http://schemas.openxmlformats.org/drawingml/2006/main">
            <a:pPr>
              <a:defRPr sz="3300" b="1">
                <a:solidFill>
                  <a:srgbClr val="0C2446"/>
                </a:solidFill>
                <a:latin typeface="Arial"/>
                <a:ea typeface="Arial"/>
                <a:cs typeface="Arial"/>
              </a:defRPr>
            </a:pPr>
            <a:r>
              <a:rPr sz="3300" b="1">
                <a:solidFill>
                  <a:srgbClr val="0C2446"/>
                </a:solidFill>
                <a:latin typeface="Arial"/>
                <a:ea typeface="Arial"/>
                <a:cs typeface="Arial"/>
              </a:rPr>
              <a:t>Инженерные решения защищают бизнес-процесс</a:t>
            </a:r>
          </a:p>
        </p:txBody>
      </p:sp>
      <p:sp>
        <p:nvSpPr>
          <p:cNvPr id="2" name="text-50">
            <a:extLst xmlns:a="http://schemas.openxmlformats.org/drawingml/2006/main">
              <a:ext uri="{FF2B5EF4-FFF2-40B4-BE49-F238E27FC236}">
                <a16:creationId xmlns:a16="http://schemas.microsoft.com/office/drawing/2014/main" id="{7AE98376-BE19-4C7B-9DEB-DD76E446770B}"/>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37E"/>
                </a:solidFill>
                <a:latin typeface="Arial"/>
                <a:ea typeface="Arial"/>
                <a:cs typeface="Arial"/>
              </a:defRPr>
            </a:defPPr>
            <a:lvl1pPr>
              <a:defRPr sz="1275" b="0">
                <a:solidFill>
                  <a:srgbClr val="50637E"/>
                </a:solidFill>
                <a:latin typeface="Arial"/>
                <a:ea typeface="Arial"/>
                <a:cs typeface="Arial"/>
              </a:defRPr>
            </a:lvl1pPr>
            <a:lvl2pPr>
              <a:defRPr sz="1275" b="0">
                <a:solidFill>
                  <a:srgbClr val="50637E"/>
                </a:solidFill>
                <a:latin typeface="Arial"/>
                <a:ea typeface="Arial"/>
                <a:cs typeface="Arial"/>
              </a:defRPr>
            </a:lvl2pPr>
            <a:lvl3pPr>
              <a:defRPr sz="1275" b="0">
                <a:solidFill>
                  <a:srgbClr val="50637E"/>
                </a:solidFill>
                <a:latin typeface="Arial"/>
                <a:ea typeface="Arial"/>
                <a:cs typeface="Arial"/>
              </a:defRPr>
            </a:lvl3pPr>
            <a:lvl4pPr>
              <a:defRPr sz="1275" b="0">
                <a:solidFill>
                  <a:srgbClr val="50637E"/>
                </a:solidFill>
                <a:latin typeface="Arial"/>
                <a:ea typeface="Arial"/>
                <a:cs typeface="Arial"/>
              </a:defRPr>
            </a:lvl4pPr>
            <a:lvl5pPr>
              <a:defRPr sz="1275" b="0">
                <a:solidFill>
                  <a:srgbClr val="50637E"/>
                </a:solidFill>
                <a:latin typeface="Arial"/>
                <a:ea typeface="Arial"/>
                <a:cs typeface="Arial"/>
              </a:defRPr>
            </a:lvl5pPr>
            <a:lvl6pPr>
              <a:defRPr sz="1275" b="0">
                <a:solidFill>
                  <a:srgbClr val="50637E"/>
                </a:solidFill>
                <a:latin typeface="Arial"/>
                <a:ea typeface="Arial"/>
                <a:cs typeface="Arial"/>
              </a:defRPr>
            </a:lvl6pPr>
            <a:lvl7pPr>
              <a:defRPr sz="1275" b="0">
                <a:solidFill>
                  <a:srgbClr val="50637E"/>
                </a:solidFill>
                <a:latin typeface="Arial"/>
                <a:ea typeface="Arial"/>
                <a:cs typeface="Arial"/>
              </a:defRPr>
            </a:lvl7pPr>
            <a:lvl8pPr>
              <a:defRPr sz="1275" b="0">
                <a:solidFill>
                  <a:srgbClr val="50637E"/>
                </a:solidFill>
                <a:latin typeface="Arial"/>
                <a:ea typeface="Arial"/>
                <a:cs typeface="Arial"/>
              </a:defRPr>
            </a:lvl8pPr>
            <a:lvl9pPr>
              <a:defRPr sz="1275" b="0">
                <a:solidFill>
                  <a:srgbClr val="50637E"/>
                </a:solidFill>
                <a:latin typeface="Arial"/>
                <a:ea typeface="Arial"/>
                <a:cs typeface="Arial"/>
              </a:defRPr>
            </a:lvl9pPr>
          </a:lstStyle>
          <a:p xmlns:a="http://schemas.openxmlformats.org/drawingml/2006/main">
            <a:pPr>
              <a:defRPr sz="1275" b="0">
                <a:solidFill>
                  <a:srgbClr val="50637E"/>
                </a:solidFill>
                <a:latin typeface="Arial"/>
                <a:ea typeface="Arial"/>
                <a:cs typeface="Arial"/>
              </a:defRPr>
            </a:pPr>
            <a:r>
              <a:rPr sz="1275" b="0">
                <a:solidFill>
                  <a:srgbClr val="50637E"/>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97AD1A14-5588-4ED7-88F3-A90CEB53637F}"/>
              </a:ext>
            </a:extLst>
          </p:cNvPr>
          <p:cNvGraphicFramePr/>
          <p:nvPr/>
        </p:nvGraphicFramePr>
        <p:xfrm>
          <a:off xmlns:a="http://schemas.openxmlformats.org/drawingml/2006/main" x="609600" y="1809750"/>
          <a:ext xmlns:a="http://schemas.openxmlformats.org/drawingml/2006/main" cx="10972800" cy="4000500"/>
        </p:xfrm>
        <a:graphic xmlns:a="http://schemas.openxmlformats.org/drawingml/2006/main">
          <a:graphicData uri="http://schemas.openxmlformats.org/drawingml/2006/table">
            <a:tbl>
              <a:tblPr/>
              <a:tblGrid>
                <a:gridCol w="5334000"/>
                <a:gridCol w="5638800"/>
              </a:tblGrid>
              <a:tr h="800100">
                <a:tc>
                  <a:txBody>
                    <a:bodyPr wrap="square" lIns="114300" tIns="114300" rIns="114300" bIns="114300">
                      <a:noAutofit/>
                    </a:bodyPr>
                    <a:lstStyle/>
                    <a:p>
                      <a:r>
                        <a:rPr sz="1950" b="1">
                          <a:solidFill>
                            <a:srgbClr val="FFFFFF"/>
                          </a:solidFill>
                          <a:latin typeface="Arial"/>
                          <a:ea typeface="Arial"/>
                          <a:cs typeface="Arial"/>
                        </a:rPr>
                        <a:t>Рабочий риск</a:t>
                      </a:r>
                    </a:p>
                  </a:txBody>
                  <a:tcPr marL="91440" marR="91440" marT="45720" marB="45720" anchor="ctr">
                    <a:lnL w="9525">
                      <a:solidFill>
                        <a:srgbClr val="D6E1F0"/>
                      </a:solidFill>
                      <a:prstDash val="solid"/>
                    </a:lnL>
                    <a:lnR w="9525">
                      <a:solidFill>
                        <a:srgbClr val="D6E1F0"/>
                      </a:solidFill>
                      <a:prstDash val="solid"/>
                    </a:lnR>
                    <a:lnT w="9525">
                      <a:solidFill>
                        <a:srgbClr val="D6E1F0"/>
                      </a:solidFill>
                      <a:prstDash val="solid"/>
                    </a:lnT>
                    <a:lnB w="9525">
                      <a:solidFill>
                        <a:srgbClr val="D6E1F0"/>
                      </a:solidFill>
                      <a:prstDash val="solid"/>
                    </a:lnB>
                    <a:solidFill>
                      <a:srgbClr val="0C2446"/>
                    </a:solidFill>
                  </a:tcPr>
                </a:tc>
                <a:tc>
                  <a:txBody>
                    <a:bodyPr wrap="square" lIns="114300" tIns="114300" rIns="114300" bIns="114300">
                      <a:noAutofit/>
                    </a:bodyPr>
                    <a:lstStyle/>
                    <a:p>
                      <a:r>
                        <a:rPr sz="1950" b="1">
                          <a:solidFill>
                            <a:srgbClr val="FFFFFF"/>
                          </a:solidFill>
                          <a:latin typeface="Arial"/>
                          <a:ea typeface="Arial"/>
                          <a:cs typeface="Arial"/>
                        </a:rPr>
                        <a:t>Решение в реализации</a:t>
                      </a:r>
                    </a:p>
                  </a:txBody>
                  <a:tcPr marL="91440" marR="91440" marT="45720" marB="45720" anchor="ctr">
                    <a:lnR w="9525">
                      <a:solidFill>
                        <a:srgbClr val="D6E1F0"/>
                      </a:solidFill>
                      <a:prstDash val="solid"/>
                    </a:lnR>
                    <a:lnT w="9525">
                      <a:solidFill>
                        <a:srgbClr val="D6E1F0"/>
                      </a:solidFill>
                      <a:prstDash val="solid"/>
                    </a:lnT>
                    <a:lnB w="9525">
                      <a:solidFill>
                        <a:srgbClr val="D6E1F0"/>
                      </a:solidFill>
                      <a:prstDash val="solid"/>
                    </a:lnB>
                    <a:solidFill>
                      <a:srgbClr val="0C2446"/>
                    </a:solidFill>
                  </a:tcPr>
                </a:tc>
              </a:tr>
              <a:tr h="800100">
                <a:tc>
                  <a:txBody>
                    <a:bodyPr wrap="square" lIns="114300" tIns="114300" rIns="114300" bIns="114300">
                      <a:noAutofit/>
                    </a:bodyPr>
                    <a:lstStyle/>
                    <a:p>
                      <a:r>
                        <a:rPr sz="1800" b="0">
                          <a:solidFill>
                            <a:srgbClr val="16243A"/>
                          </a:solidFill>
                          <a:latin typeface="Arial"/>
                          <a:ea typeface="Arial"/>
                          <a:cs typeface="Arial"/>
                        </a:rPr>
                        <a:t>Два сотрудника меняют одну заявку</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FFFFF"/>
                    </a:solidFill>
                  </a:tcPr>
                </a:tc>
                <a:tc>
                  <a:txBody>
                    <a:bodyPr wrap="square" lIns="114300" tIns="114300" rIns="114300" bIns="114300">
                      <a:noAutofit/>
                    </a:bodyPr>
                    <a:lstStyle/>
                    <a:p>
                      <a:r>
                        <a:rPr sz="1800" b="0">
                          <a:solidFill>
                            <a:srgbClr val="16243A"/>
                          </a:solidFill>
                          <a:latin typeface="Arial"/>
                          <a:ea typeface="Arial"/>
                          <a:cs typeface="Arial"/>
                        </a:rPr>
                        <a:t>Версия записи и проверка конкурентного изменения</a:t>
                      </a:r>
                    </a:p>
                  </a:txBody>
                  <a:tcPr marL="91440" marR="91440" marT="45720" marB="45720" anchor="ctr">
                    <a:lnR w="9525">
                      <a:solidFill>
                        <a:srgbClr val="D6E1F0"/>
                      </a:solidFill>
                      <a:prstDash val="solid"/>
                    </a:lnR>
                    <a:lnB w="9525">
                      <a:solidFill>
                        <a:srgbClr val="D6E1F0"/>
                      </a:solidFill>
                      <a:prstDash val="solid"/>
                    </a:lnB>
                    <a:solidFill>
                      <a:srgbClr val="FFFFFF"/>
                    </a:solidFill>
                  </a:tcPr>
                </a:tc>
              </a:tr>
              <a:tr h="800100">
                <a:tc>
                  <a:txBody>
                    <a:bodyPr wrap="square" lIns="114300" tIns="114300" rIns="114300" bIns="114300">
                      <a:noAutofit/>
                    </a:bodyPr>
                    <a:lstStyle/>
                    <a:p>
                      <a:r>
                        <a:rPr sz="1800" b="0">
                          <a:solidFill>
                            <a:srgbClr val="16243A"/>
                          </a:solidFill>
                          <a:latin typeface="Arial"/>
                          <a:ea typeface="Arial"/>
                          <a:cs typeface="Arial"/>
                        </a:rPr>
                        <a:t>Браузер повторяет команду</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0F5FC"/>
                    </a:solidFill>
                  </a:tcPr>
                </a:tc>
                <a:tc>
                  <a:txBody>
                    <a:bodyPr wrap="square" lIns="114300" tIns="114300" rIns="114300" bIns="114300">
                      <a:noAutofit/>
                    </a:bodyPr>
                    <a:lstStyle/>
                    <a:p>
                      <a:r>
                        <a:rPr sz="1800" b="0">
                          <a:solidFill>
                            <a:srgbClr val="16243A"/>
                          </a:solidFill>
                          <a:latin typeface="Arial"/>
                          <a:ea typeface="Arial"/>
                          <a:cs typeface="Arial"/>
                        </a:rPr>
                        <a:t>operationId и квитанция выполненной операции</a:t>
                      </a:r>
                    </a:p>
                  </a:txBody>
                  <a:tcPr marL="91440" marR="91440" marT="45720" marB="45720" anchor="ctr">
                    <a:lnR w="9525">
                      <a:solidFill>
                        <a:srgbClr val="D6E1F0"/>
                      </a:solidFill>
                      <a:prstDash val="solid"/>
                    </a:lnR>
                    <a:lnB w="9525">
                      <a:solidFill>
                        <a:srgbClr val="D6E1F0"/>
                      </a:solidFill>
                      <a:prstDash val="solid"/>
                    </a:lnB>
                    <a:solidFill>
                      <a:srgbClr val="F0F5FC"/>
                    </a:solidFill>
                  </a:tcPr>
                </a:tc>
              </a:tr>
              <a:tr h="800100">
                <a:tc>
                  <a:txBody>
                    <a:bodyPr wrap="square" lIns="114300" tIns="114300" rIns="114300" bIns="114300">
                      <a:noAutofit/>
                    </a:bodyPr>
                    <a:lstStyle/>
                    <a:p>
                      <a:r>
                        <a:rPr sz="1800" b="0">
                          <a:solidFill>
                            <a:srgbClr val="16243A"/>
                          </a:solidFill>
                          <a:latin typeface="Arial"/>
                          <a:ea typeface="Arial"/>
                          <a:cs typeface="Arial"/>
                        </a:rPr>
                        <a:t>Пользователь видит лишние данные</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FFFFF"/>
                    </a:solidFill>
                  </a:tcPr>
                </a:tc>
                <a:tc>
                  <a:txBody>
                    <a:bodyPr wrap="square" lIns="114300" tIns="114300" rIns="114300" bIns="114300">
                      <a:noAutofit/>
                    </a:bodyPr>
                    <a:lstStyle/>
                    <a:p>
                      <a:r>
                        <a:rPr sz="1800" b="0">
                          <a:solidFill>
                            <a:srgbClr val="16243A"/>
                          </a:solidFill>
                          <a:latin typeface="Arial"/>
                          <a:ea typeface="Arial"/>
                          <a:cs typeface="Arial"/>
                        </a:rPr>
                        <a:t>Общие серверные проверки доступа и областей</a:t>
                      </a:r>
                    </a:p>
                  </a:txBody>
                  <a:tcPr marL="91440" marR="91440" marT="45720" marB="45720" anchor="ctr">
                    <a:lnR w="9525">
                      <a:solidFill>
                        <a:srgbClr val="D6E1F0"/>
                      </a:solidFill>
                      <a:prstDash val="solid"/>
                    </a:lnR>
                    <a:lnB w="9525">
                      <a:solidFill>
                        <a:srgbClr val="D6E1F0"/>
                      </a:solidFill>
                      <a:prstDash val="solid"/>
                    </a:lnB>
                    <a:solidFill>
                      <a:srgbClr val="FFFFFF"/>
                    </a:solidFill>
                  </a:tcPr>
                </a:tc>
              </a:tr>
              <a:tr h="800100">
                <a:tc>
                  <a:txBody>
                    <a:bodyPr wrap="square" lIns="114300" tIns="114300" rIns="114300" bIns="114300">
                      <a:noAutofit/>
                    </a:bodyPr>
                    <a:lstStyle/>
                    <a:p>
                      <a:r>
                        <a:rPr sz="1800" b="0">
                          <a:solidFill>
                            <a:srgbClr val="16243A"/>
                          </a:solidFill>
                          <a:latin typeface="Arial"/>
                          <a:ea typeface="Arial"/>
                          <a:cs typeface="Arial"/>
                        </a:rPr>
                        <a:t>Новое сообщение пришло во время загрузки</a:t>
                      </a:r>
                    </a:p>
                  </a:txBody>
                  <a:tcPr marL="91440" marR="91440" marT="45720" marB="45720" anchor="ctr">
                    <a:lnL w="9525">
                      <a:solidFill>
                        <a:srgbClr val="D6E1F0"/>
                      </a:solidFill>
                      <a:prstDash val="solid"/>
                    </a:lnL>
                    <a:lnR w="9525">
                      <a:solidFill>
                        <a:srgbClr val="D6E1F0"/>
                      </a:solidFill>
                      <a:prstDash val="solid"/>
                    </a:lnR>
                    <a:lnB w="9525">
                      <a:solidFill>
                        <a:srgbClr val="D6E1F0"/>
                      </a:solidFill>
                      <a:prstDash val="solid"/>
                    </a:lnB>
                    <a:solidFill>
                      <a:srgbClr val="F0F5FC"/>
                    </a:solidFill>
                  </a:tcPr>
                </a:tc>
                <a:tc>
                  <a:txBody>
                    <a:bodyPr wrap="square" lIns="114300" tIns="114300" rIns="114300" bIns="114300">
                      <a:noAutofit/>
                    </a:bodyPr>
                    <a:lstStyle/>
                    <a:p>
                      <a:r>
                        <a:rPr sz="1800" b="0">
                          <a:solidFill>
                            <a:srgbClr val="16243A"/>
                          </a:solidFill>
                          <a:latin typeface="Arial"/>
                          <a:ea typeface="Arial"/>
                          <a:cs typeface="Arial"/>
                        </a:rPr>
                        <a:t>Подтверждение точного показанного снимка событий</a:t>
                      </a:r>
                    </a:p>
                  </a:txBody>
                  <a:tcPr marL="91440" marR="91440" marT="45720" marB="45720" anchor="ctr">
                    <a:lnR w="9525">
                      <a:solidFill>
                        <a:srgbClr val="D6E1F0"/>
                      </a:solidFill>
                      <a:prstDash val="solid"/>
                    </a:lnR>
                    <a:lnB w="9525">
                      <a:solidFill>
                        <a:srgbClr val="D6E1F0"/>
                      </a:solidFill>
                      <a:prstDash val="solid"/>
                    </a:lnB>
                    <a:solidFill>
                      <a:srgbClr val="F0F5FC"/>
                    </a:solidFill>
                  </a:tcPr>
                </a:tc>
              </a:tr>
            </a:tbl>
          </a:graphicData>
        </a:graphic>
      </p:graphicFrame>
    </p:spTree>
    <p:extLst>
      <p:ext uri="{BB962C8B-B14F-4D97-AF65-F5344CB8AC3E}">
        <p14:creationId xmlns:p14="http://schemas.microsoft.com/office/powerpoint/2010/main" val="16546022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51">
            <a:extLst xmlns:a="http://schemas.openxmlformats.org/drawingml/2006/main">
              <a:ext uri="{FF2B5EF4-FFF2-40B4-BE49-F238E27FC236}">
                <a16:creationId xmlns:a16="http://schemas.microsoft.com/office/drawing/2014/main" id="{7DDA8C6E-18C3-440A-88A1-EDEE2FE2140B}"/>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C2446"/>
                </a:solidFill>
                <a:latin typeface="Arial"/>
                <a:ea typeface="Arial"/>
                <a:cs typeface="Arial"/>
              </a:defRPr>
            </a:defPPr>
            <a:lvl1pPr>
              <a:defRPr sz="3300" b="1">
                <a:solidFill>
                  <a:srgbClr val="0C2446"/>
                </a:solidFill>
                <a:latin typeface="Arial"/>
                <a:ea typeface="Arial"/>
                <a:cs typeface="Arial"/>
              </a:defRPr>
            </a:lvl1pPr>
            <a:lvl2pPr>
              <a:defRPr sz="3300" b="1">
                <a:solidFill>
                  <a:srgbClr val="0C2446"/>
                </a:solidFill>
                <a:latin typeface="Arial"/>
                <a:ea typeface="Arial"/>
                <a:cs typeface="Arial"/>
              </a:defRPr>
            </a:lvl2pPr>
            <a:lvl3pPr>
              <a:defRPr sz="3300" b="1">
                <a:solidFill>
                  <a:srgbClr val="0C2446"/>
                </a:solidFill>
                <a:latin typeface="Arial"/>
                <a:ea typeface="Arial"/>
                <a:cs typeface="Arial"/>
              </a:defRPr>
            </a:lvl3pPr>
            <a:lvl4pPr>
              <a:defRPr sz="3300" b="1">
                <a:solidFill>
                  <a:srgbClr val="0C2446"/>
                </a:solidFill>
                <a:latin typeface="Arial"/>
                <a:ea typeface="Arial"/>
                <a:cs typeface="Arial"/>
              </a:defRPr>
            </a:lvl4pPr>
            <a:lvl5pPr>
              <a:defRPr sz="3300" b="1">
                <a:solidFill>
                  <a:srgbClr val="0C2446"/>
                </a:solidFill>
                <a:latin typeface="Arial"/>
                <a:ea typeface="Arial"/>
                <a:cs typeface="Arial"/>
              </a:defRPr>
            </a:lvl5pPr>
            <a:lvl6pPr>
              <a:defRPr sz="3300" b="1">
                <a:solidFill>
                  <a:srgbClr val="0C2446"/>
                </a:solidFill>
                <a:latin typeface="Arial"/>
                <a:ea typeface="Arial"/>
                <a:cs typeface="Arial"/>
              </a:defRPr>
            </a:lvl6pPr>
            <a:lvl7pPr>
              <a:defRPr sz="3300" b="1">
                <a:solidFill>
                  <a:srgbClr val="0C2446"/>
                </a:solidFill>
                <a:latin typeface="Arial"/>
                <a:ea typeface="Arial"/>
                <a:cs typeface="Arial"/>
              </a:defRPr>
            </a:lvl7pPr>
            <a:lvl8pPr>
              <a:defRPr sz="3300" b="1">
                <a:solidFill>
                  <a:srgbClr val="0C2446"/>
                </a:solidFill>
                <a:latin typeface="Arial"/>
                <a:ea typeface="Arial"/>
                <a:cs typeface="Arial"/>
              </a:defRPr>
            </a:lvl8pPr>
            <a:lvl9pPr>
              <a:defRPr sz="3300" b="1">
                <a:solidFill>
                  <a:srgbClr val="0C2446"/>
                </a:solidFill>
                <a:latin typeface="Arial"/>
                <a:ea typeface="Arial"/>
                <a:cs typeface="Arial"/>
              </a:defRPr>
            </a:lvl9pPr>
          </a:lstStyle>
          <a:p xmlns:a="http://schemas.openxmlformats.org/drawingml/2006/main">
            <a:pPr>
              <a:defRPr sz="3300" b="1">
                <a:solidFill>
                  <a:srgbClr val="0C2446"/>
                </a:solidFill>
                <a:latin typeface="Arial"/>
                <a:ea typeface="Arial"/>
                <a:cs typeface="Arial"/>
              </a:defRPr>
            </a:pPr>
            <a:r>
              <a:rPr sz="3300" b="1">
                <a:solidFill>
                  <a:srgbClr val="0C2446"/>
                </a:solidFill>
                <a:latin typeface="Arial"/>
                <a:ea typeface="Arial"/>
                <a:cs typeface="Arial"/>
              </a:rPr>
              <a:t>Что получает команда</a:t>
            </a:r>
          </a:p>
        </p:txBody>
      </p:sp>
      <p:sp>
        <p:nvSpPr>
          <p:cNvPr id="2" name="text-52">
            <a:extLst xmlns:a="http://schemas.openxmlformats.org/drawingml/2006/main">
              <a:ext uri="{FF2B5EF4-FFF2-40B4-BE49-F238E27FC236}">
                <a16:creationId xmlns:a16="http://schemas.microsoft.com/office/drawing/2014/main" id="{6E06933C-F156-4A54-B13B-4545C0DF87CC}"/>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37E"/>
                </a:solidFill>
                <a:latin typeface="Arial"/>
                <a:ea typeface="Arial"/>
                <a:cs typeface="Arial"/>
              </a:defRPr>
            </a:defPPr>
            <a:lvl1pPr>
              <a:defRPr sz="1275" b="0">
                <a:solidFill>
                  <a:srgbClr val="50637E"/>
                </a:solidFill>
                <a:latin typeface="Arial"/>
                <a:ea typeface="Arial"/>
                <a:cs typeface="Arial"/>
              </a:defRPr>
            </a:lvl1pPr>
            <a:lvl2pPr>
              <a:defRPr sz="1275" b="0">
                <a:solidFill>
                  <a:srgbClr val="50637E"/>
                </a:solidFill>
                <a:latin typeface="Arial"/>
                <a:ea typeface="Arial"/>
                <a:cs typeface="Arial"/>
              </a:defRPr>
            </a:lvl2pPr>
            <a:lvl3pPr>
              <a:defRPr sz="1275" b="0">
                <a:solidFill>
                  <a:srgbClr val="50637E"/>
                </a:solidFill>
                <a:latin typeface="Arial"/>
                <a:ea typeface="Arial"/>
                <a:cs typeface="Arial"/>
              </a:defRPr>
            </a:lvl3pPr>
            <a:lvl4pPr>
              <a:defRPr sz="1275" b="0">
                <a:solidFill>
                  <a:srgbClr val="50637E"/>
                </a:solidFill>
                <a:latin typeface="Arial"/>
                <a:ea typeface="Arial"/>
                <a:cs typeface="Arial"/>
              </a:defRPr>
            </a:lvl4pPr>
            <a:lvl5pPr>
              <a:defRPr sz="1275" b="0">
                <a:solidFill>
                  <a:srgbClr val="50637E"/>
                </a:solidFill>
                <a:latin typeface="Arial"/>
                <a:ea typeface="Arial"/>
                <a:cs typeface="Arial"/>
              </a:defRPr>
            </a:lvl5pPr>
            <a:lvl6pPr>
              <a:defRPr sz="1275" b="0">
                <a:solidFill>
                  <a:srgbClr val="50637E"/>
                </a:solidFill>
                <a:latin typeface="Arial"/>
                <a:ea typeface="Arial"/>
                <a:cs typeface="Arial"/>
              </a:defRPr>
            </a:lvl6pPr>
            <a:lvl7pPr>
              <a:defRPr sz="1275" b="0">
                <a:solidFill>
                  <a:srgbClr val="50637E"/>
                </a:solidFill>
                <a:latin typeface="Arial"/>
                <a:ea typeface="Arial"/>
                <a:cs typeface="Arial"/>
              </a:defRPr>
            </a:lvl7pPr>
            <a:lvl8pPr>
              <a:defRPr sz="1275" b="0">
                <a:solidFill>
                  <a:srgbClr val="50637E"/>
                </a:solidFill>
                <a:latin typeface="Arial"/>
                <a:ea typeface="Arial"/>
                <a:cs typeface="Arial"/>
              </a:defRPr>
            </a:lvl8pPr>
            <a:lvl9pPr>
              <a:defRPr sz="1275" b="0">
                <a:solidFill>
                  <a:srgbClr val="50637E"/>
                </a:solidFill>
                <a:latin typeface="Arial"/>
                <a:ea typeface="Arial"/>
                <a:cs typeface="Arial"/>
              </a:defRPr>
            </a:lvl9pPr>
          </a:lstStyle>
          <a:p xmlns:a="http://schemas.openxmlformats.org/drawingml/2006/main">
            <a:pPr>
              <a:defRPr sz="1275" b="0">
                <a:solidFill>
                  <a:srgbClr val="50637E"/>
                </a:solidFill>
                <a:latin typeface="Arial"/>
                <a:ea typeface="Arial"/>
                <a:cs typeface="Arial"/>
              </a:defRPr>
            </a:pPr>
            <a:r>
              <a:rPr sz="1275" b="0">
                <a:solidFill>
                  <a:srgbClr val="50637E"/>
                </a:solidFill>
                <a:latin typeface="Arial"/>
                <a:ea typeface="Arial"/>
                <a:cs typeface="Arial"/>
              </a:rPr>
              <a:t>11</a:t>
            </a:r>
          </a:p>
        </p:txBody>
      </p:sp>
      <p:sp>
        <p:nvSpPr>
          <p:cNvPr id="3" name="text-53">
            <a:extLst xmlns:a="http://schemas.openxmlformats.org/drawingml/2006/main">
              <a:ext uri="{FF2B5EF4-FFF2-40B4-BE49-F238E27FC236}">
                <a16:creationId xmlns:a16="http://schemas.microsoft.com/office/drawing/2014/main" id="{00B529E2-FC7A-4014-8DC2-326F59A1A5DC}"/>
              </a:ext>
            </a:extLst>
          </p:cNvPr>
          <p:cNvSpPr>
            <a:spLocks xmlns:a="http://schemas.openxmlformats.org/drawingml/2006/main" noGrp="1"/>
          </p:cNvSpPr>
          <p:nvPr/>
        </p:nvSpPr>
        <p:spPr>
          <a:xfrm xmlns:a="http://schemas.openxmlformats.org/drawingml/2006/main">
            <a:off x="609600" y="169545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25BB5"/>
                </a:solidFill>
                <a:latin typeface="Arial"/>
                <a:ea typeface="Arial"/>
                <a:cs typeface="Arial"/>
              </a:defRPr>
            </a:defPPr>
            <a:lvl1pPr>
              <a:defRPr sz="2175" b="1">
                <a:solidFill>
                  <a:srgbClr val="225BB5"/>
                </a:solidFill>
                <a:latin typeface="Arial"/>
                <a:ea typeface="Arial"/>
                <a:cs typeface="Arial"/>
              </a:defRPr>
            </a:lvl1pPr>
            <a:lvl2pPr>
              <a:defRPr sz="2175" b="1">
                <a:solidFill>
                  <a:srgbClr val="225BB5"/>
                </a:solidFill>
                <a:latin typeface="Arial"/>
                <a:ea typeface="Arial"/>
                <a:cs typeface="Arial"/>
              </a:defRPr>
            </a:lvl2pPr>
            <a:lvl3pPr>
              <a:defRPr sz="2175" b="1">
                <a:solidFill>
                  <a:srgbClr val="225BB5"/>
                </a:solidFill>
                <a:latin typeface="Arial"/>
                <a:ea typeface="Arial"/>
                <a:cs typeface="Arial"/>
              </a:defRPr>
            </a:lvl3pPr>
            <a:lvl4pPr>
              <a:defRPr sz="2175" b="1">
                <a:solidFill>
                  <a:srgbClr val="225BB5"/>
                </a:solidFill>
                <a:latin typeface="Arial"/>
                <a:ea typeface="Arial"/>
                <a:cs typeface="Arial"/>
              </a:defRPr>
            </a:lvl4pPr>
            <a:lvl5pPr>
              <a:defRPr sz="2175" b="1">
                <a:solidFill>
                  <a:srgbClr val="225BB5"/>
                </a:solidFill>
                <a:latin typeface="Arial"/>
                <a:ea typeface="Arial"/>
                <a:cs typeface="Arial"/>
              </a:defRPr>
            </a:lvl5pPr>
            <a:lvl6pPr>
              <a:defRPr sz="2175" b="1">
                <a:solidFill>
                  <a:srgbClr val="225BB5"/>
                </a:solidFill>
                <a:latin typeface="Arial"/>
                <a:ea typeface="Arial"/>
                <a:cs typeface="Arial"/>
              </a:defRPr>
            </a:lvl6pPr>
            <a:lvl7pPr>
              <a:defRPr sz="2175" b="1">
                <a:solidFill>
                  <a:srgbClr val="225BB5"/>
                </a:solidFill>
                <a:latin typeface="Arial"/>
                <a:ea typeface="Arial"/>
                <a:cs typeface="Arial"/>
              </a:defRPr>
            </a:lvl7pPr>
            <a:lvl8pPr>
              <a:defRPr sz="2175" b="1">
                <a:solidFill>
                  <a:srgbClr val="225BB5"/>
                </a:solidFill>
                <a:latin typeface="Arial"/>
                <a:ea typeface="Arial"/>
                <a:cs typeface="Arial"/>
              </a:defRPr>
            </a:lvl8pPr>
            <a:lvl9pPr>
              <a:defRPr sz="2175" b="1">
                <a:solidFill>
                  <a:srgbClr val="225BB5"/>
                </a:solidFill>
                <a:latin typeface="Arial"/>
                <a:ea typeface="Arial"/>
                <a:cs typeface="Arial"/>
              </a:defRPr>
            </a:lvl9pPr>
          </a:lstStyle>
          <a:p xmlns:a="http://schemas.openxmlformats.org/drawingml/2006/main">
            <a:pPr>
              <a:defRPr sz="2175" b="1">
                <a:solidFill>
                  <a:srgbClr val="225BB5"/>
                </a:solidFill>
                <a:latin typeface="Arial"/>
                <a:ea typeface="Arial"/>
                <a:cs typeface="Arial"/>
              </a:defRPr>
            </a:pPr>
            <a:r>
              <a:rPr sz="2175" b="1">
                <a:solidFill>
                  <a:srgbClr val="225BB5"/>
                </a:solidFill>
                <a:latin typeface="Arial"/>
                <a:ea typeface="Arial"/>
                <a:cs typeface="Arial"/>
              </a:rPr>
              <a:t>01</a:t>
            </a:r>
          </a:p>
        </p:txBody>
      </p:sp>
      <p:sp>
        <p:nvSpPr>
          <p:cNvPr id="4" name="text-54">
            <a:extLst xmlns:a="http://schemas.openxmlformats.org/drawingml/2006/main">
              <a:ext uri="{FF2B5EF4-FFF2-40B4-BE49-F238E27FC236}">
                <a16:creationId xmlns:a16="http://schemas.microsoft.com/office/drawing/2014/main" id="{FA95AECB-16EE-4142-91D9-50757F0B2A06}"/>
              </a:ext>
            </a:extLst>
          </p:cNvPr>
          <p:cNvSpPr>
            <a:spLocks xmlns:a="http://schemas.openxmlformats.org/drawingml/2006/main" noGrp="1"/>
          </p:cNvSpPr>
          <p:nvPr/>
        </p:nvSpPr>
        <p:spPr>
          <a:xfrm xmlns:a="http://schemas.openxmlformats.org/drawingml/2006/main">
            <a:off x="1333500" y="1695450"/>
            <a:ext cx="10039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C2446"/>
                </a:solidFill>
                <a:latin typeface="Arial"/>
                <a:ea typeface="Arial"/>
                <a:cs typeface="Arial"/>
              </a:defRPr>
            </a:defPPr>
            <a:lvl1pPr>
              <a:defRPr sz="2250" b="1">
                <a:solidFill>
                  <a:srgbClr val="0C2446"/>
                </a:solidFill>
                <a:latin typeface="Arial"/>
                <a:ea typeface="Arial"/>
                <a:cs typeface="Arial"/>
              </a:defRPr>
            </a:lvl1pPr>
            <a:lvl2pPr>
              <a:defRPr sz="2250" b="1">
                <a:solidFill>
                  <a:srgbClr val="0C2446"/>
                </a:solidFill>
                <a:latin typeface="Arial"/>
                <a:ea typeface="Arial"/>
                <a:cs typeface="Arial"/>
              </a:defRPr>
            </a:lvl2pPr>
            <a:lvl3pPr>
              <a:defRPr sz="2250" b="1">
                <a:solidFill>
                  <a:srgbClr val="0C2446"/>
                </a:solidFill>
                <a:latin typeface="Arial"/>
                <a:ea typeface="Arial"/>
                <a:cs typeface="Arial"/>
              </a:defRPr>
            </a:lvl3pPr>
            <a:lvl4pPr>
              <a:defRPr sz="2250" b="1">
                <a:solidFill>
                  <a:srgbClr val="0C2446"/>
                </a:solidFill>
                <a:latin typeface="Arial"/>
                <a:ea typeface="Arial"/>
                <a:cs typeface="Arial"/>
              </a:defRPr>
            </a:lvl4pPr>
            <a:lvl5pPr>
              <a:defRPr sz="2250" b="1">
                <a:solidFill>
                  <a:srgbClr val="0C2446"/>
                </a:solidFill>
                <a:latin typeface="Arial"/>
                <a:ea typeface="Arial"/>
                <a:cs typeface="Arial"/>
              </a:defRPr>
            </a:lvl5pPr>
            <a:lvl6pPr>
              <a:defRPr sz="2250" b="1">
                <a:solidFill>
                  <a:srgbClr val="0C2446"/>
                </a:solidFill>
                <a:latin typeface="Arial"/>
                <a:ea typeface="Arial"/>
                <a:cs typeface="Arial"/>
              </a:defRPr>
            </a:lvl6pPr>
            <a:lvl7pPr>
              <a:defRPr sz="2250" b="1">
                <a:solidFill>
                  <a:srgbClr val="0C2446"/>
                </a:solidFill>
                <a:latin typeface="Arial"/>
                <a:ea typeface="Arial"/>
                <a:cs typeface="Arial"/>
              </a:defRPr>
            </a:lvl7pPr>
            <a:lvl8pPr>
              <a:defRPr sz="2250" b="1">
                <a:solidFill>
                  <a:srgbClr val="0C2446"/>
                </a:solidFill>
                <a:latin typeface="Arial"/>
                <a:ea typeface="Arial"/>
                <a:cs typeface="Arial"/>
              </a:defRPr>
            </a:lvl8pPr>
            <a:lvl9pPr>
              <a:defRPr sz="2250" b="1">
                <a:solidFill>
                  <a:srgbClr val="0C2446"/>
                </a:solidFill>
                <a:latin typeface="Arial"/>
                <a:ea typeface="Arial"/>
                <a:cs typeface="Arial"/>
              </a:defRPr>
            </a:lvl9pPr>
          </a:lstStyle>
          <a:p xmlns:a="http://schemas.openxmlformats.org/drawingml/2006/main">
            <a:pPr>
              <a:defRPr sz="2250" b="1">
                <a:solidFill>
                  <a:srgbClr val="0C2446"/>
                </a:solidFill>
                <a:latin typeface="Arial"/>
                <a:ea typeface="Arial"/>
                <a:cs typeface="Arial"/>
              </a:defRPr>
            </a:pPr>
            <a:r>
              <a:rPr sz="2250" b="1">
                <a:solidFill>
                  <a:srgbClr val="0C2446"/>
                </a:solidFill>
                <a:latin typeface="Arial"/>
                <a:ea typeface="Arial"/>
                <a:cs typeface="Arial"/>
              </a:rPr>
              <a:t>Контекст сохраняется вместе с работой</a:t>
            </a:r>
          </a:p>
        </p:txBody>
      </p:sp>
      <p:sp>
        <p:nvSpPr>
          <p:cNvPr id="5" name="text-55">
            <a:extLst xmlns:a="http://schemas.openxmlformats.org/drawingml/2006/main">
              <a:ext uri="{FF2B5EF4-FFF2-40B4-BE49-F238E27FC236}">
                <a16:creationId xmlns:a16="http://schemas.microsoft.com/office/drawing/2014/main" id="{39484C50-6919-4FA2-92D7-13C7DEE2DD7C}"/>
              </a:ext>
            </a:extLst>
          </p:cNvPr>
          <p:cNvSpPr>
            <a:spLocks xmlns:a="http://schemas.openxmlformats.org/drawingml/2006/main" noGrp="1"/>
          </p:cNvSpPr>
          <p:nvPr/>
        </p:nvSpPr>
        <p:spPr>
          <a:xfrm xmlns:a="http://schemas.openxmlformats.org/drawingml/2006/main">
            <a:off x="1333500" y="2181225"/>
            <a:ext cx="1003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0637E"/>
                </a:solidFill>
                <a:latin typeface="Arial"/>
                <a:ea typeface="Arial"/>
                <a:cs typeface="Arial"/>
              </a:defRPr>
            </a:defPPr>
            <a:lvl1pPr>
              <a:defRPr sz="1950" b="0">
                <a:solidFill>
                  <a:srgbClr val="50637E"/>
                </a:solidFill>
                <a:latin typeface="Arial"/>
                <a:ea typeface="Arial"/>
                <a:cs typeface="Arial"/>
              </a:defRPr>
            </a:lvl1pPr>
            <a:lvl2pPr>
              <a:defRPr sz="1950" b="0">
                <a:solidFill>
                  <a:srgbClr val="50637E"/>
                </a:solidFill>
                <a:latin typeface="Arial"/>
                <a:ea typeface="Arial"/>
                <a:cs typeface="Arial"/>
              </a:defRPr>
            </a:lvl2pPr>
            <a:lvl3pPr>
              <a:defRPr sz="1950" b="0">
                <a:solidFill>
                  <a:srgbClr val="50637E"/>
                </a:solidFill>
                <a:latin typeface="Arial"/>
                <a:ea typeface="Arial"/>
                <a:cs typeface="Arial"/>
              </a:defRPr>
            </a:lvl3pPr>
            <a:lvl4pPr>
              <a:defRPr sz="1950" b="0">
                <a:solidFill>
                  <a:srgbClr val="50637E"/>
                </a:solidFill>
                <a:latin typeface="Arial"/>
                <a:ea typeface="Arial"/>
                <a:cs typeface="Arial"/>
              </a:defRPr>
            </a:lvl4pPr>
            <a:lvl5pPr>
              <a:defRPr sz="1950" b="0">
                <a:solidFill>
                  <a:srgbClr val="50637E"/>
                </a:solidFill>
                <a:latin typeface="Arial"/>
                <a:ea typeface="Arial"/>
                <a:cs typeface="Arial"/>
              </a:defRPr>
            </a:lvl5pPr>
            <a:lvl6pPr>
              <a:defRPr sz="1950" b="0">
                <a:solidFill>
                  <a:srgbClr val="50637E"/>
                </a:solidFill>
                <a:latin typeface="Arial"/>
                <a:ea typeface="Arial"/>
                <a:cs typeface="Arial"/>
              </a:defRPr>
            </a:lvl6pPr>
            <a:lvl7pPr>
              <a:defRPr sz="1950" b="0">
                <a:solidFill>
                  <a:srgbClr val="50637E"/>
                </a:solidFill>
                <a:latin typeface="Arial"/>
                <a:ea typeface="Arial"/>
                <a:cs typeface="Arial"/>
              </a:defRPr>
            </a:lvl7pPr>
            <a:lvl8pPr>
              <a:defRPr sz="1950" b="0">
                <a:solidFill>
                  <a:srgbClr val="50637E"/>
                </a:solidFill>
                <a:latin typeface="Arial"/>
                <a:ea typeface="Arial"/>
                <a:cs typeface="Arial"/>
              </a:defRPr>
            </a:lvl8pPr>
            <a:lvl9pPr>
              <a:defRPr sz="1950" b="0">
                <a:solidFill>
                  <a:srgbClr val="50637E"/>
                </a:solidFill>
                <a:latin typeface="Arial"/>
                <a:ea typeface="Arial"/>
                <a:cs typeface="Arial"/>
              </a:defRPr>
            </a:lvl9pPr>
          </a:lstStyle>
          <a:p xmlns:a="http://schemas.openxmlformats.org/drawingml/2006/main">
            <a:pPr>
              <a:defRPr sz="1950" b="0">
                <a:solidFill>
                  <a:srgbClr val="50637E"/>
                </a:solidFill>
                <a:latin typeface="Arial"/>
                <a:ea typeface="Arial"/>
                <a:cs typeface="Arial"/>
              </a:defRPr>
            </a:pPr>
            <a:r>
              <a:rPr sz="1950" b="0">
                <a:solidFill>
                  <a:srgbClr val="50637E"/>
                </a:solidFill>
                <a:latin typeface="Arial"/>
                <a:ea typeface="Arial"/>
                <a:cs typeface="Arial"/>
              </a:rPr>
              <a:t>Обсуждение и документы относятся к одной карточке</a:t>
            </a:r>
          </a:p>
        </p:txBody>
      </p:sp>
      <p:sp>
        <p:nvSpPr>
          <p:cNvPr id="6" name="text-56">
            <a:extLst xmlns:a="http://schemas.openxmlformats.org/drawingml/2006/main">
              <a:ext uri="{FF2B5EF4-FFF2-40B4-BE49-F238E27FC236}">
                <a16:creationId xmlns:a16="http://schemas.microsoft.com/office/drawing/2014/main" id="{E981B827-799A-4114-A5B6-99E15CC472F6}"/>
              </a:ext>
            </a:extLst>
          </p:cNvPr>
          <p:cNvSpPr>
            <a:spLocks xmlns:a="http://schemas.openxmlformats.org/drawingml/2006/main" noGrp="1"/>
          </p:cNvSpPr>
          <p:nvPr/>
        </p:nvSpPr>
        <p:spPr>
          <a:xfrm xmlns:a="http://schemas.openxmlformats.org/drawingml/2006/main">
            <a:off x="609600" y="289560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25BB5"/>
                </a:solidFill>
                <a:latin typeface="Arial"/>
                <a:ea typeface="Arial"/>
                <a:cs typeface="Arial"/>
              </a:defRPr>
            </a:defPPr>
            <a:lvl1pPr>
              <a:defRPr sz="2175" b="1">
                <a:solidFill>
                  <a:srgbClr val="225BB5"/>
                </a:solidFill>
                <a:latin typeface="Arial"/>
                <a:ea typeface="Arial"/>
                <a:cs typeface="Arial"/>
              </a:defRPr>
            </a:lvl1pPr>
            <a:lvl2pPr>
              <a:defRPr sz="2175" b="1">
                <a:solidFill>
                  <a:srgbClr val="225BB5"/>
                </a:solidFill>
                <a:latin typeface="Arial"/>
                <a:ea typeface="Arial"/>
                <a:cs typeface="Arial"/>
              </a:defRPr>
            </a:lvl2pPr>
            <a:lvl3pPr>
              <a:defRPr sz="2175" b="1">
                <a:solidFill>
                  <a:srgbClr val="225BB5"/>
                </a:solidFill>
                <a:latin typeface="Arial"/>
                <a:ea typeface="Arial"/>
                <a:cs typeface="Arial"/>
              </a:defRPr>
            </a:lvl3pPr>
            <a:lvl4pPr>
              <a:defRPr sz="2175" b="1">
                <a:solidFill>
                  <a:srgbClr val="225BB5"/>
                </a:solidFill>
                <a:latin typeface="Arial"/>
                <a:ea typeface="Arial"/>
                <a:cs typeface="Arial"/>
              </a:defRPr>
            </a:lvl4pPr>
            <a:lvl5pPr>
              <a:defRPr sz="2175" b="1">
                <a:solidFill>
                  <a:srgbClr val="225BB5"/>
                </a:solidFill>
                <a:latin typeface="Arial"/>
                <a:ea typeface="Arial"/>
                <a:cs typeface="Arial"/>
              </a:defRPr>
            </a:lvl5pPr>
            <a:lvl6pPr>
              <a:defRPr sz="2175" b="1">
                <a:solidFill>
                  <a:srgbClr val="225BB5"/>
                </a:solidFill>
                <a:latin typeface="Arial"/>
                <a:ea typeface="Arial"/>
                <a:cs typeface="Arial"/>
              </a:defRPr>
            </a:lvl6pPr>
            <a:lvl7pPr>
              <a:defRPr sz="2175" b="1">
                <a:solidFill>
                  <a:srgbClr val="225BB5"/>
                </a:solidFill>
                <a:latin typeface="Arial"/>
                <a:ea typeface="Arial"/>
                <a:cs typeface="Arial"/>
              </a:defRPr>
            </a:lvl7pPr>
            <a:lvl8pPr>
              <a:defRPr sz="2175" b="1">
                <a:solidFill>
                  <a:srgbClr val="225BB5"/>
                </a:solidFill>
                <a:latin typeface="Arial"/>
                <a:ea typeface="Arial"/>
                <a:cs typeface="Arial"/>
              </a:defRPr>
            </a:lvl8pPr>
            <a:lvl9pPr>
              <a:defRPr sz="2175" b="1">
                <a:solidFill>
                  <a:srgbClr val="225BB5"/>
                </a:solidFill>
                <a:latin typeface="Arial"/>
                <a:ea typeface="Arial"/>
                <a:cs typeface="Arial"/>
              </a:defRPr>
            </a:lvl9pPr>
          </a:lstStyle>
          <a:p xmlns:a="http://schemas.openxmlformats.org/drawingml/2006/main">
            <a:pPr>
              <a:defRPr sz="2175" b="1">
                <a:solidFill>
                  <a:srgbClr val="225BB5"/>
                </a:solidFill>
                <a:latin typeface="Arial"/>
                <a:ea typeface="Arial"/>
                <a:cs typeface="Arial"/>
              </a:defRPr>
            </a:pPr>
            <a:r>
              <a:rPr sz="2175" b="1">
                <a:solidFill>
                  <a:srgbClr val="225BB5"/>
                </a:solidFill>
                <a:latin typeface="Arial"/>
                <a:ea typeface="Arial"/>
                <a:cs typeface="Arial"/>
              </a:rPr>
              <a:t>02</a:t>
            </a:r>
          </a:p>
        </p:txBody>
      </p:sp>
      <p:sp>
        <p:nvSpPr>
          <p:cNvPr id="7" name="text-57">
            <a:extLst xmlns:a="http://schemas.openxmlformats.org/drawingml/2006/main">
              <a:ext uri="{FF2B5EF4-FFF2-40B4-BE49-F238E27FC236}">
                <a16:creationId xmlns:a16="http://schemas.microsoft.com/office/drawing/2014/main" id="{0CF212C1-1785-4810-BA7F-9EDF25A66EE5}"/>
              </a:ext>
            </a:extLst>
          </p:cNvPr>
          <p:cNvSpPr>
            <a:spLocks xmlns:a="http://schemas.openxmlformats.org/drawingml/2006/main" noGrp="1"/>
          </p:cNvSpPr>
          <p:nvPr/>
        </p:nvSpPr>
        <p:spPr>
          <a:xfrm xmlns:a="http://schemas.openxmlformats.org/drawingml/2006/main">
            <a:off x="1333500" y="2895600"/>
            <a:ext cx="10039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C2446"/>
                </a:solidFill>
                <a:latin typeface="Arial"/>
                <a:ea typeface="Arial"/>
                <a:cs typeface="Arial"/>
              </a:defRPr>
            </a:defPPr>
            <a:lvl1pPr>
              <a:defRPr sz="2250" b="1">
                <a:solidFill>
                  <a:srgbClr val="0C2446"/>
                </a:solidFill>
                <a:latin typeface="Arial"/>
                <a:ea typeface="Arial"/>
                <a:cs typeface="Arial"/>
              </a:defRPr>
            </a:lvl1pPr>
            <a:lvl2pPr>
              <a:defRPr sz="2250" b="1">
                <a:solidFill>
                  <a:srgbClr val="0C2446"/>
                </a:solidFill>
                <a:latin typeface="Arial"/>
                <a:ea typeface="Arial"/>
                <a:cs typeface="Arial"/>
              </a:defRPr>
            </a:lvl2pPr>
            <a:lvl3pPr>
              <a:defRPr sz="2250" b="1">
                <a:solidFill>
                  <a:srgbClr val="0C2446"/>
                </a:solidFill>
                <a:latin typeface="Arial"/>
                <a:ea typeface="Arial"/>
                <a:cs typeface="Arial"/>
              </a:defRPr>
            </a:lvl3pPr>
            <a:lvl4pPr>
              <a:defRPr sz="2250" b="1">
                <a:solidFill>
                  <a:srgbClr val="0C2446"/>
                </a:solidFill>
                <a:latin typeface="Arial"/>
                <a:ea typeface="Arial"/>
                <a:cs typeface="Arial"/>
              </a:defRPr>
            </a:lvl4pPr>
            <a:lvl5pPr>
              <a:defRPr sz="2250" b="1">
                <a:solidFill>
                  <a:srgbClr val="0C2446"/>
                </a:solidFill>
                <a:latin typeface="Arial"/>
                <a:ea typeface="Arial"/>
                <a:cs typeface="Arial"/>
              </a:defRPr>
            </a:lvl5pPr>
            <a:lvl6pPr>
              <a:defRPr sz="2250" b="1">
                <a:solidFill>
                  <a:srgbClr val="0C2446"/>
                </a:solidFill>
                <a:latin typeface="Arial"/>
                <a:ea typeface="Arial"/>
                <a:cs typeface="Arial"/>
              </a:defRPr>
            </a:lvl6pPr>
            <a:lvl7pPr>
              <a:defRPr sz="2250" b="1">
                <a:solidFill>
                  <a:srgbClr val="0C2446"/>
                </a:solidFill>
                <a:latin typeface="Arial"/>
                <a:ea typeface="Arial"/>
                <a:cs typeface="Arial"/>
              </a:defRPr>
            </a:lvl7pPr>
            <a:lvl8pPr>
              <a:defRPr sz="2250" b="1">
                <a:solidFill>
                  <a:srgbClr val="0C2446"/>
                </a:solidFill>
                <a:latin typeface="Arial"/>
                <a:ea typeface="Arial"/>
                <a:cs typeface="Arial"/>
              </a:defRPr>
            </a:lvl8pPr>
            <a:lvl9pPr>
              <a:defRPr sz="2250" b="1">
                <a:solidFill>
                  <a:srgbClr val="0C2446"/>
                </a:solidFill>
                <a:latin typeface="Arial"/>
                <a:ea typeface="Arial"/>
                <a:cs typeface="Arial"/>
              </a:defRPr>
            </a:lvl9pPr>
          </a:lstStyle>
          <a:p xmlns:a="http://schemas.openxmlformats.org/drawingml/2006/main">
            <a:pPr>
              <a:defRPr sz="2250" b="1">
                <a:solidFill>
                  <a:srgbClr val="0C2446"/>
                </a:solidFill>
                <a:latin typeface="Arial"/>
                <a:ea typeface="Arial"/>
                <a:cs typeface="Arial"/>
              </a:defRPr>
            </a:pPr>
            <a:r>
              <a:rPr sz="2250" b="1">
                <a:solidFill>
                  <a:srgbClr val="0C2446"/>
                </a:solidFill>
                <a:latin typeface="Arial"/>
                <a:ea typeface="Arial"/>
                <a:cs typeface="Arial"/>
              </a:rPr>
              <a:t>Ответственность становится явной</a:t>
            </a:r>
          </a:p>
        </p:txBody>
      </p:sp>
      <p:sp>
        <p:nvSpPr>
          <p:cNvPr id="8" name="text-58">
            <a:extLst xmlns:a="http://schemas.openxmlformats.org/drawingml/2006/main">
              <a:ext uri="{FF2B5EF4-FFF2-40B4-BE49-F238E27FC236}">
                <a16:creationId xmlns:a16="http://schemas.microsoft.com/office/drawing/2014/main" id="{F32E3F74-273F-4A1E-B8AD-19181E9D9CCE}"/>
              </a:ext>
            </a:extLst>
          </p:cNvPr>
          <p:cNvSpPr>
            <a:spLocks xmlns:a="http://schemas.openxmlformats.org/drawingml/2006/main" noGrp="1"/>
          </p:cNvSpPr>
          <p:nvPr/>
        </p:nvSpPr>
        <p:spPr>
          <a:xfrm xmlns:a="http://schemas.openxmlformats.org/drawingml/2006/main">
            <a:off x="1333500" y="3381375"/>
            <a:ext cx="1003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0637E"/>
                </a:solidFill>
                <a:latin typeface="Arial"/>
                <a:ea typeface="Arial"/>
                <a:cs typeface="Arial"/>
              </a:defRPr>
            </a:defPPr>
            <a:lvl1pPr>
              <a:defRPr sz="1950" b="0">
                <a:solidFill>
                  <a:srgbClr val="50637E"/>
                </a:solidFill>
                <a:latin typeface="Arial"/>
                <a:ea typeface="Arial"/>
                <a:cs typeface="Arial"/>
              </a:defRPr>
            </a:lvl1pPr>
            <a:lvl2pPr>
              <a:defRPr sz="1950" b="0">
                <a:solidFill>
                  <a:srgbClr val="50637E"/>
                </a:solidFill>
                <a:latin typeface="Arial"/>
                <a:ea typeface="Arial"/>
                <a:cs typeface="Arial"/>
              </a:defRPr>
            </a:lvl2pPr>
            <a:lvl3pPr>
              <a:defRPr sz="1950" b="0">
                <a:solidFill>
                  <a:srgbClr val="50637E"/>
                </a:solidFill>
                <a:latin typeface="Arial"/>
                <a:ea typeface="Arial"/>
                <a:cs typeface="Arial"/>
              </a:defRPr>
            </a:lvl3pPr>
            <a:lvl4pPr>
              <a:defRPr sz="1950" b="0">
                <a:solidFill>
                  <a:srgbClr val="50637E"/>
                </a:solidFill>
                <a:latin typeface="Arial"/>
                <a:ea typeface="Arial"/>
                <a:cs typeface="Arial"/>
              </a:defRPr>
            </a:lvl4pPr>
            <a:lvl5pPr>
              <a:defRPr sz="1950" b="0">
                <a:solidFill>
                  <a:srgbClr val="50637E"/>
                </a:solidFill>
                <a:latin typeface="Arial"/>
                <a:ea typeface="Arial"/>
                <a:cs typeface="Arial"/>
              </a:defRPr>
            </a:lvl5pPr>
            <a:lvl6pPr>
              <a:defRPr sz="1950" b="0">
                <a:solidFill>
                  <a:srgbClr val="50637E"/>
                </a:solidFill>
                <a:latin typeface="Arial"/>
                <a:ea typeface="Arial"/>
                <a:cs typeface="Arial"/>
              </a:defRPr>
            </a:lvl6pPr>
            <a:lvl7pPr>
              <a:defRPr sz="1950" b="0">
                <a:solidFill>
                  <a:srgbClr val="50637E"/>
                </a:solidFill>
                <a:latin typeface="Arial"/>
                <a:ea typeface="Arial"/>
                <a:cs typeface="Arial"/>
              </a:defRPr>
            </a:lvl7pPr>
            <a:lvl8pPr>
              <a:defRPr sz="1950" b="0">
                <a:solidFill>
                  <a:srgbClr val="50637E"/>
                </a:solidFill>
                <a:latin typeface="Arial"/>
                <a:ea typeface="Arial"/>
                <a:cs typeface="Arial"/>
              </a:defRPr>
            </a:lvl8pPr>
            <a:lvl9pPr>
              <a:defRPr sz="1950" b="0">
                <a:solidFill>
                  <a:srgbClr val="50637E"/>
                </a:solidFill>
                <a:latin typeface="Arial"/>
                <a:ea typeface="Arial"/>
                <a:cs typeface="Arial"/>
              </a:defRPr>
            </a:lvl9pPr>
          </a:lstStyle>
          <a:p xmlns:a="http://schemas.openxmlformats.org/drawingml/2006/main">
            <a:pPr>
              <a:defRPr sz="1950" b="0">
                <a:solidFill>
                  <a:srgbClr val="50637E"/>
                </a:solidFill>
                <a:latin typeface="Arial"/>
                <a:ea typeface="Arial"/>
                <a:cs typeface="Arial"/>
              </a:defRPr>
            </a:pPr>
            <a:r>
              <a:rPr sz="1950" b="0">
                <a:solidFill>
                  <a:srgbClr val="50637E"/>
                </a:solidFill>
                <a:latin typeface="Arial"/>
                <a:ea typeface="Arial"/>
                <a:cs typeface="Arial"/>
              </a:rPr>
              <a:t>Видно исполнителя, этап и ожидаемое действие</a:t>
            </a:r>
          </a:p>
        </p:txBody>
      </p:sp>
      <p:sp>
        <p:nvSpPr>
          <p:cNvPr id="9" name="text-59">
            <a:extLst xmlns:a="http://schemas.openxmlformats.org/drawingml/2006/main">
              <a:ext uri="{FF2B5EF4-FFF2-40B4-BE49-F238E27FC236}">
                <a16:creationId xmlns:a16="http://schemas.microsoft.com/office/drawing/2014/main" id="{C73994CA-8FB3-4C43-A7D2-8518A84F2BE8}"/>
              </a:ext>
            </a:extLst>
          </p:cNvPr>
          <p:cNvSpPr>
            <a:spLocks xmlns:a="http://schemas.openxmlformats.org/drawingml/2006/main" noGrp="1"/>
          </p:cNvSpPr>
          <p:nvPr/>
        </p:nvSpPr>
        <p:spPr>
          <a:xfrm xmlns:a="http://schemas.openxmlformats.org/drawingml/2006/main">
            <a:off x="609600" y="409575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25BB5"/>
                </a:solidFill>
                <a:latin typeface="Arial"/>
                <a:ea typeface="Arial"/>
                <a:cs typeface="Arial"/>
              </a:defRPr>
            </a:defPPr>
            <a:lvl1pPr>
              <a:defRPr sz="2175" b="1">
                <a:solidFill>
                  <a:srgbClr val="225BB5"/>
                </a:solidFill>
                <a:latin typeface="Arial"/>
                <a:ea typeface="Arial"/>
                <a:cs typeface="Arial"/>
              </a:defRPr>
            </a:lvl1pPr>
            <a:lvl2pPr>
              <a:defRPr sz="2175" b="1">
                <a:solidFill>
                  <a:srgbClr val="225BB5"/>
                </a:solidFill>
                <a:latin typeface="Arial"/>
                <a:ea typeface="Arial"/>
                <a:cs typeface="Arial"/>
              </a:defRPr>
            </a:lvl2pPr>
            <a:lvl3pPr>
              <a:defRPr sz="2175" b="1">
                <a:solidFill>
                  <a:srgbClr val="225BB5"/>
                </a:solidFill>
                <a:latin typeface="Arial"/>
                <a:ea typeface="Arial"/>
                <a:cs typeface="Arial"/>
              </a:defRPr>
            </a:lvl3pPr>
            <a:lvl4pPr>
              <a:defRPr sz="2175" b="1">
                <a:solidFill>
                  <a:srgbClr val="225BB5"/>
                </a:solidFill>
                <a:latin typeface="Arial"/>
                <a:ea typeface="Arial"/>
                <a:cs typeface="Arial"/>
              </a:defRPr>
            </a:lvl4pPr>
            <a:lvl5pPr>
              <a:defRPr sz="2175" b="1">
                <a:solidFill>
                  <a:srgbClr val="225BB5"/>
                </a:solidFill>
                <a:latin typeface="Arial"/>
                <a:ea typeface="Arial"/>
                <a:cs typeface="Arial"/>
              </a:defRPr>
            </a:lvl5pPr>
            <a:lvl6pPr>
              <a:defRPr sz="2175" b="1">
                <a:solidFill>
                  <a:srgbClr val="225BB5"/>
                </a:solidFill>
                <a:latin typeface="Arial"/>
                <a:ea typeface="Arial"/>
                <a:cs typeface="Arial"/>
              </a:defRPr>
            </a:lvl6pPr>
            <a:lvl7pPr>
              <a:defRPr sz="2175" b="1">
                <a:solidFill>
                  <a:srgbClr val="225BB5"/>
                </a:solidFill>
                <a:latin typeface="Arial"/>
                <a:ea typeface="Arial"/>
                <a:cs typeface="Arial"/>
              </a:defRPr>
            </a:lvl7pPr>
            <a:lvl8pPr>
              <a:defRPr sz="2175" b="1">
                <a:solidFill>
                  <a:srgbClr val="225BB5"/>
                </a:solidFill>
                <a:latin typeface="Arial"/>
                <a:ea typeface="Arial"/>
                <a:cs typeface="Arial"/>
              </a:defRPr>
            </a:lvl8pPr>
            <a:lvl9pPr>
              <a:defRPr sz="2175" b="1">
                <a:solidFill>
                  <a:srgbClr val="225BB5"/>
                </a:solidFill>
                <a:latin typeface="Arial"/>
                <a:ea typeface="Arial"/>
                <a:cs typeface="Arial"/>
              </a:defRPr>
            </a:lvl9pPr>
          </a:lstStyle>
          <a:p xmlns:a="http://schemas.openxmlformats.org/drawingml/2006/main">
            <a:pPr>
              <a:defRPr sz="2175" b="1">
                <a:solidFill>
                  <a:srgbClr val="225BB5"/>
                </a:solidFill>
                <a:latin typeface="Arial"/>
                <a:ea typeface="Arial"/>
                <a:cs typeface="Arial"/>
              </a:defRPr>
            </a:pPr>
            <a:r>
              <a:rPr sz="2175" b="1">
                <a:solidFill>
                  <a:srgbClr val="225BB5"/>
                </a:solidFill>
                <a:latin typeface="Arial"/>
                <a:ea typeface="Arial"/>
                <a:cs typeface="Arial"/>
              </a:rPr>
              <a:t>03</a:t>
            </a:r>
          </a:p>
        </p:txBody>
      </p:sp>
      <p:sp>
        <p:nvSpPr>
          <p:cNvPr id="10" name="text-60">
            <a:extLst xmlns:a="http://schemas.openxmlformats.org/drawingml/2006/main">
              <a:ext uri="{FF2B5EF4-FFF2-40B4-BE49-F238E27FC236}">
                <a16:creationId xmlns:a16="http://schemas.microsoft.com/office/drawing/2014/main" id="{6BB3446E-C613-4C9E-AD68-4FD87BB78D7C}"/>
              </a:ext>
            </a:extLst>
          </p:cNvPr>
          <p:cNvSpPr>
            <a:spLocks xmlns:a="http://schemas.openxmlformats.org/drawingml/2006/main" noGrp="1"/>
          </p:cNvSpPr>
          <p:nvPr/>
        </p:nvSpPr>
        <p:spPr>
          <a:xfrm xmlns:a="http://schemas.openxmlformats.org/drawingml/2006/main">
            <a:off x="1333500" y="4095750"/>
            <a:ext cx="10039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C2446"/>
                </a:solidFill>
                <a:latin typeface="Arial"/>
                <a:ea typeface="Arial"/>
                <a:cs typeface="Arial"/>
              </a:defRPr>
            </a:defPPr>
            <a:lvl1pPr>
              <a:defRPr sz="2250" b="1">
                <a:solidFill>
                  <a:srgbClr val="0C2446"/>
                </a:solidFill>
                <a:latin typeface="Arial"/>
                <a:ea typeface="Arial"/>
                <a:cs typeface="Arial"/>
              </a:defRPr>
            </a:lvl1pPr>
            <a:lvl2pPr>
              <a:defRPr sz="2250" b="1">
                <a:solidFill>
                  <a:srgbClr val="0C2446"/>
                </a:solidFill>
                <a:latin typeface="Arial"/>
                <a:ea typeface="Arial"/>
                <a:cs typeface="Arial"/>
              </a:defRPr>
            </a:lvl2pPr>
            <a:lvl3pPr>
              <a:defRPr sz="2250" b="1">
                <a:solidFill>
                  <a:srgbClr val="0C2446"/>
                </a:solidFill>
                <a:latin typeface="Arial"/>
                <a:ea typeface="Arial"/>
                <a:cs typeface="Arial"/>
              </a:defRPr>
            </a:lvl3pPr>
            <a:lvl4pPr>
              <a:defRPr sz="2250" b="1">
                <a:solidFill>
                  <a:srgbClr val="0C2446"/>
                </a:solidFill>
                <a:latin typeface="Arial"/>
                <a:ea typeface="Arial"/>
                <a:cs typeface="Arial"/>
              </a:defRPr>
            </a:lvl4pPr>
            <a:lvl5pPr>
              <a:defRPr sz="2250" b="1">
                <a:solidFill>
                  <a:srgbClr val="0C2446"/>
                </a:solidFill>
                <a:latin typeface="Arial"/>
                <a:ea typeface="Arial"/>
                <a:cs typeface="Arial"/>
              </a:defRPr>
            </a:lvl5pPr>
            <a:lvl6pPr>
              <a:defRPr sz="2250" b="1">
                <a:solidFill>
                  <a:srgbClr val="0C2446"/>
                </a:solidFill>
                <a:latin typeface="Arial"/>
                <a:ea typeface="Arial"/>
                <a:cs typeface="Arial"/>
              </a:defRPr>
            </a:lvl6pPr>
            <a:lvl7pPr>
              <a:defRPr sz="2250" b="1">
                <a:solidFill>
                  <a:srgbClr val="0C2446"/>
                </a:solidFill>
                <a:latin typeface="Arial"/>
                <a:ea typeface="Arial"/>
                <a:cs typeface="Arial"/>
              </a:defRPr>
            </a:lvl7pPr>
            <a:lvl8pPr>
              <a:defRPr sz="2250" b="1">
                <a:solidFill>
                  <a:srgbClr val="0C2446"/>
                </a:solidFill>
                <a:latin typeface="Arial"/>
                <a:ea typeface="Arial"/>
                <a:cs typeface="Arial"/>
              </a:defRPr>
            </a:lvl8pPr>
            <a:lvl9pPr>
              <a:defRPr sz="2250" b="1">
                <a:solidFill>
                  <a:srgbClr val="0C2446"/>
                </a:solidFill>
                <a:latin typeface="Arial"/>
                <a:ea typeface="Arial"/>
                <a:cs typeface="Arial"/>
              </a:defRPr>
            </a:lvl9pPr>
          </a:lstStyle>
          <a:p xmlns:a="http://schemas.openxmlformats.org/drawingml/2006/main">
            <a:pPr>
              <a:defRPr sz="2250" b="1">
                <a:solidFill>
                  <a:srgbClr val="0C2446"/>
                </a:solidFill>
                <a:latin typeface="Arial"/>
                <a:ea typeface="Arial"/>
                <a:cs typeface="Arial"/>
              </a:defRPr>
            </a:pPr>
            <a:r>
              <a:rPr sz="2250" b="1">
                <a:solidFill>
                  <a:srgbClr val="0C2446"/>
                </a:solidFill>
                <a:latin typeface="Arial"/>
                <a:ea typeface="Arial"/>
                <a:cs typeface="Arial"/>
              </a:rPr>
              <a:t>Работу можно продолжить за коллегой</a:t>
            </a:r>
          </a:p>
        </p:txBody>
      </p:sp>
      <p:sp>
        <p:nvSpPr>
          <p:cNvPr id="11" name="text-61">
            <a:extLst xmlns:a="http://schemas.openxmlformats.org/drawingml/2006/main">
              <a:ext uri="{FF2B5EF4-FFF2-40B4-BE49-F238E27FC236}">
                <a16:creationId xmlns:a16="http://schemas.microsoft.com/office/drawing/2014/main" id="{7823AB23-0E55-4F7B-95E9-E9CB312222AB}"/>
              </a:ext>
            </a:extLst>
          </p:cNvPr>
          <p:cNvSpPr>
            <a:spLocks xmlns:a="http://schemas.openxmlformats.org/drawingml/2006/main" noGrp="1"/>
          </p:cNvSpPr>
          <p:nvPr/>
        </p:nvSpPr>
        <p:spPr>
          <a:xfrm xmlns:a="http://schemas.openxmlformats.org/drawingml/2006/main">
            <a:off x="1333500" y="4581525"/>
            <a:ext cx="1003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0637E"/>
                </a:solidFill>
                <a:latin typeface="Arial"/>
                <a:ea typeface="Arial"/>
                <a:cs typeface="Arial"/>
              </a:defRPr>
            </a:defPPr>
            <a:lvl1pPr>
              <a:defRPr sz="1950" b="0">
                <a:solidFill>
                  <a:srgbClr val="50637E"/>
                </a:solidFill>
                <a:latin typeface="Arial"/>
                <a:ea typeface="Arial"/>
                <a:cs typeface="Arial"/>
              </a:defRPr>
            </a:lvl1pPr>
            <a:lvl2pPr>
              <a:defRPr sz="1950" b="0">
                <a:solidFill>
                  <a:srgbClr val="50637E"/>
                </a:solidFill>
                <a:latin typeface="Arial"/>
                <a:ea typeface="Arial"/>
                <a:cs typeface="Arial"/>
              </a:defRPr>
            </a:lvl2pPr>
            <a:lvl3pPr>
              <a:defRPr sz="1950" b="0">
                <a:solidFill>
                  <a:srgbClr val="50637E"/>
                </a:solidFill>
                <a:latin typeface="Arial"/>
                <a:ea typeface="Arial"/>
                <a:cs typeface="Arial"/>
              </a:defRPr>
            </a:lvl3pPr>
            <a:lvl4pPr>
              <a:defRPr sz="1950" b="0">
                <a:solidFill>
                  <a:srgbClr val="50637E"/>
                </a:solidFill>
                <a:latin typeface="Arial"/>
                <a:ea typeface="Arial"/>
                <a:cs typeface="Arial"/>
              </a:defRPr>
            </a:lvl4pPr>
            <a:lvl5pPr>
              <a:defRPr sz="1950" b="0">
                <a:solidFill>
                  <a:srgbClr val="50637E"/>
                </a:solidFill>
                <a:latin typeface="Arial"/>
                <a:ea typeface="Arial"/>
                <a:cs typeface="Arial"/>
              </a:defRPr>
            </a:lvl5pPr>
            <a:lvl6pPr>
              <a:defRPr sz="1950" b="0">
                <a:solidFill>
                  <a:srgbClr val="50637E"/>
                </a:solidFill>
                <a:latin typeface="Arial"/>
                <a:ea typeface="Arial"/>
                <a:cs typeface="Arial"/>
              </a:defRPr>
            </a:lvl6pPr>
            <a:lvl7pPr>
              <a:defRPr sz="1950" b="0">
                <a:solidFill>
                  <a:srgbClr val="50637E"/>
                </a:solidFill>
                <a:latin typeface="Arial"/>
                <a:ea typeface="Arial"/>
                <a:cs typeface="Arial"/>
              </a:defRPr>
            </a:lvl7pPr>
            <a:lvl8pPr>
              <a:defRPr sz="1950" b="0">
                <a:solidFill>
                  <a:srgbClr val="50637E"/>
                </a:solidFill>
                <a:latin typeface="Arial"/>
                <a:ea typeface="Arial"/>
                <a:cs typeface="Arial"/>
              </a:defRPr>
            </a:lvl8pPr>
            <a:lvl9pPr>
              <a:defRPr sz="1950" b="0">
                <a:solidFill>
                  <a:srgbClr val="50637E"/>
                </a:solidFill>
                <a:latin typeface="Arial"/>
                <a:ea typeface="Arial"/>
                <a:cs typeface="Arial"/>
              </a:defRPr>
            </a:lvl9pPr>
          </a:lstStyle>
          <a:p xmlns:a="http://schemas.openxmlformats.org/drawingml/2006/main">
            <a:pPr>
              <a:defRPr sz="1950" b="0">
                <a:solidFill>
                  <a:srgbClr val="50637E"/>
                </a:solidFill>
                <a:latin typeface="Arial"/>
                <a:ea typeface="Arial"/>
                <a:cs typeface="Arial"/>
              </a:defRPr>
            </a:pPr>
            <a:r>
              <a:rPr sz="1950" b="0">
                <a:solidFill>
                  <a:srgbClr val="50637E"/>
                </a:solidFill>
                <a:latin typeface="Arial"/>
                <a:ea typeface="Arial"/>
                <a:cs typeface="Arial"/>
              </a:rPr>
              <a:t>Доступные обращения и результаты находятся через поиск и архив</a:t>
            </a:r>
          </a:p>
        </p:txBody>
      </p:sp>
      <p:sp>
        <p:nvSpPr>
          <p:cNvPr id="12" name="text-62">
            <a:extLst xmlns:a="http://schemas.openxmlformats.org/drawingml/2006/main">
              <a:ext uri="{FF2B5EF4-FFF2-40B4-BE49-F238E27FC236}">
                <a16:creationId xmlns:a16="http://schemas.microsoft.com/office/drawing/2014/main" id="{88D6FD3A-397F-4D70-926E-16F8C88F9BE5}"/>
              </a:ext>
            </a:extLst>
          </p:cNvPr>
          <p:cNvSpPr>
            <a:spLocks xmlns:a="http://schemas.openxmlformats.org/drawingml/2006/main" noGrp="1"/>
          </p:cNvSpPr>
          <p:nvPr/>
        </p:nvSpPr>
        <p:spPr>
          <a:xfrm xmlns:a="http://schemas.openxmlformats.org/drawingml/2006/main">
            <a:off x="628650" y="5810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225BB5"/>
                </a:solidFill>
                <a:latin typeface="Arial"/>
                <a:ea typeface="Arial"/>
                <a:cs typeface="Arial"/>
              </a:defRPr>
            </a:defPPr>
            <a:lvl1pPr>
              <a:defRPr sz="1875" b="1">
                <a:solidFill>
                  <a:srgbClr val="225BB5"/>
                </a:solidFill>
                <a:latin typeface="Arial"/>
                <a:ea typeface="Arial"/>
                <a:cs typeface="Arial"/>
              </a:defRPr>
            </a:lvl1pPr>
            <a:lvl2pPr>
              <a:defRPr sz="1875" b="1">
                <a:solidFill>
                  <a:srgbClr val="225BB5"/>
                </a:solidFill>
                <a:latin typeface="Arial"/>
                <a:ea typeface="Arial"/>
                <a:cs typeface="Arial"/>
              </a:defRPr>
            </a:lvl2pPr>
            <a:lvl3pPr>
              <a:defRPr sz="1875" b="1">
                <a:solidFill>
                  <a:srgbClr val="225BB5"/>
                </a:solidFill>
                <a:latin typeface="Arial"/>
                <a:ea typeface="Arial"/>
                <a:cs typeface="Arial"/>
              </a:defRPr>
            </a:lvl3pPr>
            <a:lvl4pPr>
              <a:defRPr sz="1875" b="1">
                <a:solidFill>
                  <a:srgbClr val="225BB5"/>
                </a:solidFill>
                <a:latin typeface="Arial"/>
                <a:ea typeface="Arial"/>
                <a:cs typeface="Arial"/>
              </a:defRPr>
            </a:lvl4pPr>
            <a:lvl5pPr>
              <a:defRPr sz="1875" b="1">
                <a:solidFill>
                  <a:srgbClr val="225BB5"/>
                </a:solidFill>
                <a:latin typeface="Arial"/>
                <a:ea typeface="Arial"/>
                <a:cs typeface="Arial"/>
              </a:defRPr>
            </a:lvl5pPr>
            <a:lvl6pPr>
              <a:defRPr sz="1875" b="1">
                <a:solidFill>
                  <a:srgbClr val="225BB5"/>
                </a:solidFill>
                <a:latin typeface="Arial"/>
                <a:ea typeface="Arial"/>
                <a:cs typeface="Arial"/>
              </a:defRPr>
            </a:lvl6pPr>
            <a:lvl7pPr>
              <a:defRPr sz="1875" b="1">
                <a:solidFill>
                  <a:srgbClr val="225BB5"/>
                </a:solidFill>
                <a:latin typeface="Arial"/>
                <a:ea typeface="Arial"/>
                <a:cs typeface="Arial"/>
              </a:defRPr>
            </a:lvl7pPr>
            <a:lvl8pPr>
              <a:defRPr sz="1875" b="1">
                <a:solidFill>
                  <a:srgbClr val="225BB5"/>
                </a:solidFill>
                <a:latin typeface="Arial"/>
                <a:ea typeface="Arial"/>
                <a:cs typeface="Arial"/>
              </a:defRPr>
            </a:lvl8pPr>
            <a:lvl9pPr>
              <a:defRPr sz="1875" b="1">
                <a:solidFill>
                  <a:srgbClr val="225BB5"/>
                </a:solidFill>
                <a:latin typeface="Arial"/>
                <a:ea typeface="Arial"/>
                <a:cs typeface="Arial"/>
              </a:defRPr>
            </a:lvl9pPr>
          </a:lstStyle>
          <a:p xmlns:a="http://schemas.openxmlformats.org/drawingml/2006/main">
            <a:pPr>
              <a:defRPr sz="1875" b="1">
                <a:solidFill>
                  <a:srgbClr val="225BB5"/>
                </a:solidFill>
                <a:latin typeface="Arial"/>
                <a:ea typeface="Arial"/>
                <a:cs typeface="Arial"/>
              </a:defRPr>
            </a:pPr>
            <a:r>
              <a:rPr sz="1875" b="1">
                <a:solidFill>
                  <a:srgbClr val="225BB5"/>
                </a:solidFill>
                <a:latin typeface="Arial"/>
                <a:ea typeface="Arial"/>
                <a:cs typeface="Arial"/>
              </a:rPr>
              <a:t>Единый контекст помогает продолжать работу без повторного сбора переписки.</a:t>
            </a:r>
          </a:p>
        </p:txBody>
      </p:sp>
    </p:spTree>
    <p:extLst>
      <p:ext uri="{BB962C8B-B14F-4D97-AF65-F5344CB8AC3E}">
        <p14:creationId xmlns:p14="http://schemas.microsoft.com/office/powerpoint/2010/main" val="2117555792"/>
      </p:ext>
    </p:extLst>
  </p:cSld>
</p:sld>
</file>

<file path=ppt/slides/slide12.xml><?xml version="1.0" encoding="utf-8"?>
<p:sld xmlns:p="http://schemas.openxmlformats.org/presentationml/2006/main">
  <p:cSld>
    <p:bg>
      <p:bgPr>
        <a:solidFill xmlns:a="http://schemas.openxmlformats.org/drawingml/2006/main">
          <a:srgbClr val="0C2446"/>
        </a:solidFill>
      </p:bgPr>
    </p:bg>
    <p:spTree>
      <p:nvGrpSpPr>
        <p:cNvPr id="1" name=""/>
        <p:cNvGrpSpPr/>
        <p:nvPr/>
      </p:nvGrpSpPr>
      <p:grpSpPr>
        <a:xfrm xmlns:a="http://schemas.openxmlformats.org/drawingml/2006/main"/>
      </p:grpSpPr>
      <p:sp>
        <p:nvSpPr>
          <p:cNvPr id="7" name="text-63">
            <a:extLst xmlns:a="http://schemas.openxmlformats.org/drawingml/2006/main">
              <a:ext uri="{FF2B5EF4-FFF2-40B4-BE49-F238E27FC236}">
                <a16:creationId xmlns:a16="http://schemas.microsoft.com/office/drawing/2014/main" id="{F192F0FD-CA31-467E-A897-B233B5368D8D}"/>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Открытые исходники дают контроль над развитием</a:t>
            </a:r>
          </a:p>
        </p:txBody>
      </p:sp>
      <p:sp>
        <p:nvSpPr>
          <p:cNvPr id="2" name="text-64">
            <a:extLst xmlns:a="http://schemas.openxmlformats.org/drawingml/2006/main">
              <a:ext uri="{FF2B5EF4-FFF2-40B4-BE49-F238E27FC236}">
                <a16:creationId xmlns:a16="http://schemas.microsoft.com/office/drawing/2014/main" id="{1018390B-42FC-4755-B2A8-9BFAAFF7A418}"/>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C7DBFA"/>
                </a:solidFill>
                <a:latin typeface="Arial"/>
                <a:ea typeface="Arial"/>
                <a:cs typeface="Arial"/>
              </a:defRPr>
            </a:defPPr>
            <a:lvl1pPr>
              <a:defRPr sz="1275" b="0">
                <a:solidFill>
                  <a:srgbClr val="C7DBFA"/>
                </a:solidFill>
                <a:latin typeface="Arial"/>
                <a:ea typeface="Arial"/>
                <a:cs typeface="Arial"/>
              </a:defRPr>
            </a:lvl1pPr>
            <a:lvl2pPr>
              <a:defRPr sz="1275" b="0">
                <a:solidFill>
                  <a:srgbClr val="C7DBFA"/>
                </a:solidFill>
                <a:latin typeface="Arial"/>
                <a:ea typeface="Arial"/>
                <a:cs typeface="Arial"/>
              </a:defRPr>
            </a:lvl2pPr>
            <a:lvl3pPr>
              <a:defRPr sz="1275" b="0">
                <a:solidFill>
                  <a:srgbClr val="C7DBFA"/>
                </a:solidFill>
                <a:latin typeface="Arial"/>
                <a:ea typeface="Arial"/>
                <a:cs typeface="Arial"/>
              </a:defRPr>
            </a:lvl3pPr>
            <a:lvl4pPr>
              <a:defRPr sz="1275" b="0">
                <a:solidFill>
                  <a:srgbClr val="C7DBFA"/>
                </a:solidFill>
                <a:latin typeface="Arial"/>
                <a:ea typeface="Arial"/>
                <a:cs typeface="Arial"/>
              </a:defRPr>
            </a:lvl4pPr>
            <a:lvl5pPr>
              <a:defRPr sz="1275" b="0">
                <a:solidFill>
                  <a:srgbClr val="C7DBFA"/>
                </a:solidFill>
                <a:latin typeface="Arial"/>
                <a:ea typeface="Arial"/>
                <a:cs typeface="Arial"/>
              </a:defRPr>
            </a:lvl5pPr>
            <a:lvl6pPr>
              <a:defRPr sz="1275" b="0">
                <a:solidFill>
                  <a:srgbClr val="C7DBFA"/>
                </a:solidFill>
                <a:latin typeface="Arial"/>
                <a:ea typeface="Arial"/>
                <a:cs typeface="Arial"/>
              </a:defRPr>
            </a:lvl6pPr>
            <a:lvl7pPr>
              <a:defRPr sz="1275" b="0">
                <a:solidFill>
                  <a:srgbClr val="C7DBFA"/>
                </a:solidFill>
                <a:latin typeface="Arial"/>
                <a:ea typeface="Arial"/>
                <a:cs typeface="Arial"/>
              </a:defRPr>
            </a:lvl7pPr>
            <a:lvl8pPr>
              <a:defRPr sz="1275" b="0">
                <a:solidFill>
                  <a:srgbClr val="C7DBFA"/>
                </a:solidFill>
                <a:latin typeface="Arial"/>
                <a:ea typeface="Arial"/>
                <a:cs typeface="Arial"/>
              </a:defRPr>
            </a:lvl8pPr>
            <a:lvl9pPr>
              <a:defRPr sz="1275" b="0">
                <a:solidFill>
                  <a:srgbClr val="C7DBFA"/>
                </a:solidFill>
                <a:latin typeface="Arial"/>
                <a:ea typeface="Arial"/>
                <a:cs typeface="Arial"/>
              </a:defRPr>
            </a:lvl9pPr>
          </a:lstStyle>
          <a:p xmlns:a="http://schemas.openxmlformats.org/drawingml/2006/main">
            <a:pPr>
              <a:defRPr sz="1275" b="0">
                <a:solidFill>
                  <a:srgbClr val="C7DBFA"/>
                </a:solidFill>
                <a:latin typeface="Arial"/>
                <a:ea typeface="Arial"/>
                <a:cs typeface="Arial"/>
              </a:defRPr>
            </a:pPr>
            <a:r>
              <a:rPr sz="1275" b="0">
                <a:solidFill>
                  <a:srgbClr val="C7DBFA"/>
                </a:solidFill>
                <a:latin typeface="Arial"/>
                <a:ea typeface="Arial"/>
                <a:cs typeface="Arial"/>
              </a:rPr>
              <a:t>12</a:t>
            </a:r>
          </a:p>
        </p:txBody>
      </p:sp>
      <p:sp>
        <p:nvSpPr>
          <p:cNvPr id="3" name="text-65">
            <a:extLst xmlns:a="http://schemas.openxmlformats.org/drawingml/2006/main">
              <a:ext uri="{FF2B5EF4-FFF2-40B4-BE49-F238E27FC236}">
                <a16:creationId xmlns:a16="http://schemas.microsoft.com/office/drawing/2014/main" id="{2616B99C-6E78-4A04-BFA0-7D05AD82A9F2}"/>
              </a:ext>
            </a:extLst>
          </p:cNvPr>
          <p:cNvSpPr>
            <a:spLocks xmlns:a="http://schemas.openxmlformats.org/drawingml/2006/main" noGrp="1"/>
          </p:cNvSpPr>
          <p:nvPr/>
        </p:nvSpPr>
        <p:spPr>
          <a:xfrm xmlns:a="http://schemas.openxmlformats.org/drawingml/2006/main">
            <a:off x="628650" y="176212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FFFFFF"/>
                </a:solidFill>
                <a:latin typeface="Arial"/>
                <a:ea typeface="Arial"/>
                <a:cs typeface="Arial"/>
              </a:defRPr>
            </a:defPPr>
            <a:lvl1pPr>
              <a:defRPr sz="2925" b="1">
                <a:solidFill>
                  <a:srgbClr val="FFFFFF"/>
                </a:solidFill>
                <a:latin typeface="Arial"/>
                <a:ea typeface="Arial"/>
                <a:cs typeface="Arial"/>
              </a:defRPr>
            </a:lvl1pPr>
            <a:lvl2pPr>
              <a:defRPr sz="2925" b="1">
                <a:solidFill>
                  <a:srgbClr val="FFFFFF"/>
                </a:solidFill>
                <a:latin typeface="Arial"/>
                <a:ea typeface="Arial"/>
                <a:cs typeface="Arial"/>
              </a:defRPr>
            </a:lvl2pPr>
            <a:lvl3pPr>
              <a:defRPr sz="2925" b="1">
                <a:solidFill>
                  <a:srgbClr val="FFFFFF"/>
                </a:solidFill>
                <a:latin typeface="Arial"/>
                <a:ea typeface="Arial"/>
                <a:cs typeface="Arial"/>
              </a:defRPr>
            </a:lvl3pPr>
            <a:lvl4pPr>
              <a:defRPr sz="2925" b="1">
                <a:solidFill>
                  <a:srgbClr val="FFFFFF"/>
                </a:solidFill>
                <a:latin typeface="Arial"/>
                <a:ea typeface="Arial"/>
                <a:cs typeface="Arial"/>
              </a:defRPr>
            </a:lvl4pPr>
            <a:lvl5pPr>
              <a:defRPr sz="2925" b="1">
                <a:solidFill>
                  <a:srgbClr val="FFFFFF"/>
                </a:solidFill>
                <a:latin typeface="Arial"/>
                <a:ea typeface="Arial"/>
                <a:cs typeface="Arial"/>
              </a:defRPr>
            </a:lvl5pPr>
            <a:lvl6pPr>
              <a:defRPr sz="2925" b="1">
                <a:solidFill>
                  <a:srgbClr val="FFFFFF"/>
                </a:solidFill>
                <a:latin typeface="Arial"/>
                <a:ea typeface="Arial"/>
                <a:cs typeface="Arial"/>
              </a:defRPr>
            </a:lvl6pPr>
            <a:lvl7pPr>
              <a:defRPr sz="2925" b="1">
                <a:solidFill>
                  <a:srgbClr val="FFFFFF"/>
                </a:solidFill>
                <a:latin typeface="Arial"/>
                <a:ea typeface="Arial"/>
                <a:cs typeface="Arial"/>
              </a:defRPr>
            </a:lvl7pPr>
            <a:lvl8pPr>
              <a:defRPr sz="2925" b="1">
                <a:solidFill>
                  <a:srgbClr val="FFFFFF"/>
                </a:solidFill>
                <a:latin typeface="Arial"/>
                <a:ea typeface="Arial"/>
                <a:cs typeface="Arial"/>
              </a:defRPr>
            </a:lvl8pPr>
            <a:lvl9pPr>
              <a:defRPr sz="2925" b="1">
                <a:solidFill>
                  <a:srgbClr val="FFFFFF"/>
                </a:solidFill>
                <a:latin typeface="Arial"/>
                <a:ea typeface="Arial"/>
                <a:cs typeface="Arial"/>
              </a:defRPr>
            </a:lvl9pPr>
          </a:lstStyle>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Код, схема данных и тесты</a:t>
            </a:r>
          </a:p>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доступны в публичном репозитории</a:t>
            </a:r>
          </a:p>
        </p:txBody>
      </p:sp>
      <p:sp>
        <p:nvSpPr>
          <p:cNvPr id="4" name="text-66">
            <a:extLst xmlns:a="http://schemas.openxmlformats.org/drawingml/2006/main">
              <a:ext uri="{FF2B5EF4-FFF2-40B4-BE49-F238E27FC236}">
                <a16:creationId xmlns:a16="http://schemas.microsoft.com/office/drawing/2014/main" id="{9D87AEB6-5964-4557-A56D-73BF623536BD}"/>
              </a:ext>
            </a:extLst>
          </p:cNvPr>
          <p:cNvSpPr>
            <a:spLocks xmlns:a="http://schemas.openxmlformats.org/drawingml/2006/main" noGrp="1"/>
          </p:cNvSpPr>
          <p:nvPr/>
        </p:nvSpPr>
        <p:spPr>
          <a:xfrm xmlns:a="http://schemas.openxmlformats.org/drawingml/2006/main">
            <a:off x="628650" y="3381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C7DBFA"/>
                </a:solidFill>
                <a:latin typeface="Arial"/>
                <a:ea typeface="Arial"/>
                <a:cs typeface="Arial"/>
              </a:defRPr>
            </a:defPPr>
            <a:lvl1pPr>
              <a:defRPr sz="2325" b="0">
                <a:solidFill>
                  <a:srgbClr val="C7DBFA"/>
                </a:solidFill>
                <a:latin typeface="Arial"/>
                <a:ea typeface="Arial"/>
                <a:cs typeface="Arial"/>
              </a:defRPr>
            </a:lvl1pPr>
            <a:lvl2pPr>
              <a:defRPr sz="2325" b="0">
                <a:solidFill>
                  <a:srgbClr val="C7DBFA"/>
                </a:solidFill>
                <a:latin typeface="Arial"/>
                <a:ea typeface="Arial"/>
                <a:cs typeface="Arial"/>
              </a:defRPr>
            </a:lvl2pPr>
            <a:lvl3pPr>
              <a:defRPr sz="2325" b="0">
                <a:solidFill>
                  <a:srgbClr val="C7DBFA"/>
                </a:solidFill>
                <a:latin typeface="Arial"/>
                <a:ea typeface="Arial"/>
                <a:cs typeface="Arial"/>
              </a:defRPr>
            </a:lvl3pPr>
            <a:lvl4pPr>
              <a:defRPr sz="2325" b="0">
                <a:solidFill>
                  <a:srgbClr val="C7DBFA"/>
                </a:solidFill>
                <a:latin typeface="Arial"/>
                <a:ea typeface="Arial"/>
                <a:cs typeface="Arial"/>
              </a:defRPr>
            </a:lvl4pPr>
            <a:lvl5pPr>
              <a:defRPr sz="2325" b="0">
                <a:solidFill>
                  <a:srgbClr val="C7DBFA"/>
                </a:solidFill>
                <a:latin typeface="Arial"/>
                <a:ea typeface="Arial"/>
                <a:cs typeface="Arial"/>
              </a:defRPr>
            </a:lvl5pPr>
            <a:lvl6pPr>
              <a:defRPr sz="2325" b="0">
                <a:solidFill>
                  <a:srgbClr val="C7DBFA"/>
                </a:solidFill>
                <a:latin typeface="Arial"/>
                <a:ea typeface="Arial"/>
                <a:cs typeface="Arial"/>
              </a:defRPr>
            </a:lvl6pPr>
            <a:lvl7pPr>
              <a:defRPr sz="2325" b="0">
                <a:solidFill>
                  <a:srgbClr val="C7DBFA"/>
                </a:solidFill>
                <a:latin typeface="Arial"/>
                <a:ea typeface="Arial"/>
                <a:cs typeface="Arial"/>
              </a:defRPr>
            </a:lvl7pPr>
            <a:lvl8pPr>
              <a:defRPr sz="2325" b="0">
                <a:solidFill>
                  <a:srgbClr val="C7DBFA"/>
                </a:solidFill>
                <a:latin typeface="Arial"/>
                <a:ea typeface="Arial"/>
                <a:cs typeface="Arial"/>
              </a:defRPr>
            </a:lvl8pPr>
            <a:lvl9pPr>
              <a:defRPr sz="2325" b="0">
                <a:solidFill>
                  <a:srgbClr val="C7DBFA"/>
                </a:solidFill>
                <a:latin typeface="Arial"/>
                <a:ea typeface="Arial"/>
                <a:cs typeface="Arial"/>
              </a:defRPr>
            </a:lvl9pPr>
          </a:lstStyle>
          <a:p xmlns:a="http://schemas.openxmlformats.org/drawingml/2006/main">
            <a:pPr>
              <a:defRPr sz="2325" b="0">
                <a:solidFill>
                  <a:srgbClr val="C7DBFA"/>
                </a:solidFill>
                <a:latin typeface="Arial"/>
                <a:ea typeface="Arial"/>
                <a:cs typeface="Arial"/>
              </a:defRPr>
            </a:pPr>
            <a:r>
              <a:rPr sz="2325" b="0">
                <a:solidFill>
                  <a:srgbClr val="C7DBFA"/>
                </a:solidFill>
                <a:latin typeface="Arial"/>
                <a:ea typeface="Arial"/>
                <a:cs typeface="Arial"/>
              </a:rPr>
              <a:t>Можно изучить внутреннюю логику</a:t>
            </a:r>
          </a:p>
          <a:p xmlns:a="http://schemas.openxmlformats.org/drawingml/2006/main">
            <a:pPr>
              <a:defRPr sz="2325" b="0">
                <a:solidFill>
                  <a:srgbClr val="C7DBFA"/>
                </a:solidFill>
                <a:latin typeface="Arial"/>
                <a:ea typeface="Arial"/>
                <a:cs typeface="Arial"/>
              </a:defRPr>
            </a:pPr>
            <a:r>
              <a:rPr sz="2325" b="0">
                <a:solidFill>
                  <a:srgbClr val="C7DBFA"/>
                </a:solidFill>
                <a:latin typeface="Arial"/>
                <a:ea typeface="Arial"/>
                <a:cs typeface="Arial"/>
              </a:rPr>
              <a:t>и проверить технические решения.</a:t>
            </a:r>
          </a:p>
        </p:txBody>
      </p:sp>
      <p:sp>
        <p:nvSpPr>
          <p:cNvPr id="5" name="text-67">
            <a:extLst xmlns:a="http://schemas.openxmlformats.org/drawingml/2006/main">
              <a:ext uri="{FF2B5EF4-FFF2-40B4-BE49-F238E27FC236}">
                <a16:creationId xmlns:a16="http://schemas.microsoft.com/office/drawing/2014/main" id="{8D38B9F5-5B82-4043-B48A-2BFE6C7552DE}"/>
              </a:ext>
            </a:extLst>
          </p:cNvPr>
          <p:cNvSpPr>
            <a:spLocks xmlns:a="http://schemas.openxmlformats.org/drawingml/2006/main" noGrp="1"/>
          </p:cNvSpPr>
          <p:nvPr/>
        </p:nvSpPr>
        <p:spPr>
          <a:xfrm xmlns:a="http://schemas.openxmlformats.org/drawingml/2006/main">
            <a:off x="628650" y="46196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C7DBFA"/>
                </a:solidFill>
                <a:latin typeface="Arial"/>
                <a:ea typeface="Arial"/>
                <a:cs typeface="Arial"/>
              </a:defRPr>
            </a:defPPr>
            <a:lvl1pPr>
              <a:defRPr sz="2325" b="0">
                <a:solidFill>
                  <a:srgbClr val="C7DBFA"/>
                </a:solidFill>
                <a:latin typeface="Arial"/>
                <a:ea typeface="Arial"/>
                <a:cs typeface="Arial"/>
              </a:defRPr>
            </a:lvl1pPr>
            <a:lvl2pPr>
              <a:defRPr sz="2325" b="0">
                <a:solidFill>
                  <a:srgbClr val="C7DBFA"/>
                </a:solidFill>
                <a:latin typeface="Arial"/>
                <a:ea typeface="Arial"/>
                <a:cs typeface="Arial"/>
              </a:defRPr>
            </a:lvl2pPr>
            <a:lvl3pPr>
              <a:defRPr sz="2325" b="0">
                <a:solidFill>
                  <a:srgbClr val="C7DBFA"/>
                </a:solidFill>
                <a:latin typeface="Arial"/>
                <a:ea typeface="Arial"/>
                <a:cs typeface="Arial"/>
              </a:defRPr>
            </a:lvl3pPr>
            <a:lvl4pPr>
              <a:defRPr sz="2325" b="0">
                <a:solidFill>
                  <a:srgbClr val="C7DBFA"/>
                </a:solidFill>
                <a:latin typeface="Arial"/>
                <a:ea typeface="Arial"/>
                <a:cs typeface="Arial"/>
              </a:defRPr>
            </a:lvl4pPr>
            <a:lvl5pPr>
              <a:defRPr sz="2325" b="0">
                <a:solidFill>
                  <a:srgbClr val="C7DBFA"/>
                </a:solidFill>
                <a:latin typeface="Arial"/>
                <a:ea typeface="Arial"/>
                <a:cs typeface="Arial"/>
              </a:defRPr>
            </a:lvl5pPr>
            <a:lvl6pPr>
              <a:defRPr sz="2325" b="0">
                <a:solidFill>
                  <a:srgbClr val="C7DBFA"/>
                </a:solidFill>
                <a:latin typeface="Arial"/>
                <a:ea typeface="Arial"/>
                <a:cs typeface="Arial"/>
              </a:defRPr>
            </a:lvl6pPr>
            <a:lvl7pPr>
              <a:defRPr sz="2325" b="0">
                <a:solidFill>
                  <a:srgbClr val="C7DBFA"/>
                </a:solidFill>
                <a:latin typeface="Arial"/>
                <a:ea typeface="Arial"/>
                <a:cs typeface="Arial"/>
              </a:defRPr>
            </a:lvl7pPr>
            <a:lvl8pPr>
              <a:defRPr sz="2325" b="0">
                <a:solidFill>
                  <a:srgbClr val="C7DBFA"/>
                </a:solidFill>
                <a:latin typeface="Arial"/>
                <a:ea typeface="Arial"/>
                <a:cs typeface="Arial"/>
              </a:defRPr>
            </a:lvl8pPr>
            <a:lvl9pPr>
              <a:defRPr sz="2325" b="0">
                <a:solidFill>
                  <a:srgbClr val="C7DBFA"/>
                </a:solidFill>
                <a:latin typeface="Arial"/>
                <a:ea typeface="Arial"/>
                <a:cs typeface="Arial"/>
              </a:defRPr>
            </a:lvl9pPr>
          </a:lstStyle>
          <a:p xmlns:a="http://schemas.openxmlformats.org/drawingml/2006/main">
            <a:pPr>
              <a:defRPr sz="2325" b="0">
                <a:solidFill>
                  <a:srgbClr val="C7DBFA"/>
                </a:solidFill>
                <a:latin typeface="Arial"/>
                <a:ea typeface="Arial"/>
                <a:cs typeface="Arial"/>
              </a:defRPr>
            </a:pPr>
            <a:r>
              <a:rPr sz="2325" b="0">
                <a:solidFill>
                  <a:srgbClr val="C7DBFA"/>
                </a:solidFill>
                <a:latin typeface="Arial"/>
                <a:ea typeface="Arial"/>
                <a:cs typeface="Arial"/>
              </a:rPr>
              <a:t>Владелец продукта может развивать систему</a:t>
            </a:r>
          </a:p>
          <a:p xmlns:a="http://schemas.openxmlformats.org/drawingml/2006/main">
            <a:pPr>
              <a:defRPr sz="2325" b="0">
                <a:solidFill>
                  <a:srgbClr val="C7DBFA"/>
                </a:solidFill>
                <a:latin typeface="Arial"/>
                <a:ea typeface="Arial"/>
                <a:cs typeface="Arial"/>
              </a:defRPr>
            </a:pPr>
            <a:r>
              <a:rPr sz="2325" b="0">
                <a:solidFill>
                  <a:srgbClr val="C7DBFA"/>
                </a:solidFill>
                <a:latin typeface="Arial"/>
                <a:ea typeface="Arial"/>
                <a:cs typeface="Arial"/>
              </a:rPr>
              <a:t>под процессы своей организации.</a:t>
            </a:r>
          </a:p>
        </p:txBody>
      </p:sp>
      <p:sp>
        <p:nvSpPr>
          <p:cNvPr id="6" name="text-68">
            <a:extLst xmlns:a="http://schemas.openxmlformats.org/drawingml/2006/main">
              <a:ext uri="{FF2B5EF4-FFF2-40B4-BE49-F238E27FC236}">
                <a16:creationId xmlns:a16="http://schemas.microsoft.com/office/drawing/2014/main" id="{72755769-A47E-4CD4-9596-DCAAFA491212}"/>
              </a:ext>
            </a:extLst>
          </p:cNvPr>
          <p:cNvSpPr>
            <a:spLocks xmlns:a="http://schemas.openxmlformats.org/drawingml/2006/main" noGrp="1"/>
          </p:cNvSpPr>
          <p:nvPr/>
        </p:nvSpPr>
        <p:spPr>
          <a:xfrm xmlns:a="http://schemas.openxmlformats.org/drawingml/2006/main">
            <a:off x="628650" y="59245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F2C94C"/>
                </a:solidFill>
                <a:latin typeface="Arial"/>
                <a:ea typeface="Arial"/>
                <a:cs typeface="Arial"/>
              </a:defRPr>
            </a:defPPr>
            <a:lvl1pPr>
              <a:defRPr sz="2025" b="1">
                <a:solidFill>
                  <a:srgbClr val="F2C94C"/>
                </a:solidFill>
                <a:latin typeface="Arial"/>
                <a:ea typeface="Arial"/>
                <a:cs typeface="Arial"/>
              </a:defRPr>
            </a:lvl1pPr>
            <a:lvl2pPr>
              <a:defRPr sz="2025" b="1">
                <a:solidFill>
                  <a:srgbClr val="F2C94C"/>
                </a:solidFill>
                <a:latin typeface="Arial"/>
                <a:ea typeface="Arial"/>
                <a:cs typeface="Arial"/>
              </a:defRPr>
            </a:lvl2pPr>
            <a:lvl3pPr>
              <a:defRPr sz="2025" b="1">
                <a:solidFill>
                  <a:srgbClr val="F2C94C"/>
                </a:solidFill>
                <a:latin typeface="Arial"/>
                <a:ea typeface="Arial"/>
                <a:cs typeface="Arial"/>
              </a:defRPr>
            </a:lvl3pPr>
            <a:lvl4pPr>
              <a:defRPr sz="2025" b="1">
                <a:solidFill>
                  <a:srgbClr val="F2C94C"/>
                </a:solidFill>
                <a:latin typeface="Arial"/>
                <a:ea typeface="Arial"/>
                <a:cs typeface="Arial"/>
              </a:defRPr>
            </a:lvl4pPr>
            <a:lvl5pPr>
              <a:defRPr sz="2025" b="1">
                <a:solidFill>
                  <a:srgbClr val="F2C94C"/>
                </a:solidFill>
                <a:latin typeface="Arial"/>
                <a:ea typeface="Arial"/>
                <a:cs typeface="Arial"/>
              </a:defRPr>
            </a:lvl5pPr>
            <a:lvl6pPr>
              <a:defRPr sz="2025" b="1">
                <a:solidFill>
                  <a:srgbClr val="F2C94C"/>
                </a:solidFill>
                <a:latin typeface="Arial"/>
                <a:ea typeface="Arial"/>
                <a:cs typeface="Arial"/>
              </a:defRPr>
            </a:lvl6pPr>
            <a:lvl7pPr>
              <a:defRPr sz="2025" b="1">
                <a:solidFill>
                  <a:srgbClr val="F2C94C"/>
                </a:solidFill>
                <a:latin typeface="Arial"/>
                <a:ea typeface="Arial"/>
                <a:cs typeface="Arial"/>
              </a:defRPr>
            </a:lvl7pPr>
            <a:lvl8pPr>
              <a:defRPr sz="2025" b="1">
                <a:solidFill>
                  <a:srgbClr val="F2C94C"/>
                </a:solidFill>
                <a:latin typeface="Arial"/>
                <a:ea typeface="Arial"/>
                <a:cs typeface="Arial"/>
              </a:defRPr>
            </a:lvl8pPr>
            <a:lvl9pPr>
              <a:defRPr sz="2025" b="1">
                <a:solidFill>
                  <a:srgbClr val="F2C94C"/>
                </a:solidFill>
                <a:latin typeface="Arial"/>
                <a:ea typeface="Arial"/>
                <a:cs typeface="Arial"/>
              </a:defRPr>
            </a:lvl9pPr>
          </a:lstStyle>
          <a:p xmlns:a="http://schemas.openxmlformats.org/drawingml/2006/main">
            <a:pPr>
              <a:defRPr sz="2025" b="1">
                <a:solidFill>
                  <a:srgbClr val="F2C94C"/>
                </a:solidFill>
                <a:latin typeface="Arial"/>
                <a:ea typeface="Arial"/>
                <a:cs typeface="Arial"/>
              </a:defRPr>
            </a:pPr>
            <a:r>
              <a:rPr sz="2025" b="1">
                <a:solidFill>
                  <a:srgbClr val="F2C94C"/>
                </a:solidFill>
                <a:latin typeface="Arial"/>
                <a:ea typeface="Arial"/>
                <a:cs typeface="Arial"/>
                <a:hlinkClick xmlns:r="http://schemas.openxmlformats.org/officeDocument/2006/relationships" r:id="R9a4f6042ff794f5b"/>
              </a:rPr>
              <a:t>github.com/impossi8le/lenkanban</a:t>
            </a:r>
          </a:p>
        </p:txBody>
      </p:sp>
    </p:spTree>
    <p:extLst>
      <p:ext uri="{BB962C8B-B14F-4D97-AF65-F5344CB8AC3E}">
        <p14:creationId xmlns:p14="http://schemas.microsoft.com/office/powerpoint/2010/main" val="6283495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69">
            <a:extLst xmlns:a="http://schemas.openxmlformats.org/drawingml/2006/main">
              <a:ext uri="{FF2B5EF4-FFF2-40B4-BE49-F238E27FC236}">
                <a16:creationId xmlns:a16="http://schemas.microsoft.com/office/drawing/2014/main" id="{19C04AE9-1427-48AD-81C3-0D67E7849F1E}"/>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0C2446"/>
                </a:solidFill>
                <a:latin typeface="Arial"/>
                <a:ea typeface="Arial"/>
                <a:cs typeface="Arial"/>
              </a:defRPr>
            </a:defPPr>
            <a:lvl1pPr>
              <a:defRPr sz="3300" b="1">
                <a:solidFill>
                  <a:srgbClr val="0C2446"/>
                </a:solidFill>
                <a:latin typeface="Arial"/>
                <a:ea typeface="Arial"/>
                <a:cs typeface="Arial"/>
              </a:defRPr>
            </a:lvl1pPr>
            <a:lvl2pPr>
              <a:defRPr sz="3300" b="1">
                <a:solidFill>
                  <a:srgbClr val="0C2446"/>
                </a:solidFill>
                <a:latin typeface="Arial"/>
                <a:ea typeface="Arial"/>
                <a:cs typeface="Arial"/>
              </a:defRPr>
            </a:lvl2pPr>
            <a:lvl3pPr>
              <a:defRPr sz="3300" b="1">
                <a:solidFill>
                  <a:srgbClr val="0C2446"/>
                </a:solidFill>
                <a:latin typeface="Arial"/>
                <a:ea typeface="Arial"/>
                <a:cs typeface="Arial"/>
              </a:defRPr>
            </a:lvl3pPr>
            <a:lvl4pPr>
              <a:defRPr sz="3300" b="1">
                <a:solidFill>
                  <a:srgbClr val="0C2446"/>
                </a:solidFill>
                <a:latin typeface="Arial"/>
                <a:ea typeface="Arial"/>
                <a:cs typeface="Arial"/>
              </a:defRPr>
            </a:lvl4pPr>
            <a:lvl5pPr>
              <a:defRPr sz="3300" b="1">
                <a:solidFill>
                  <a:srgbClr val="0C2446"/>
                </a:solidFill>
                <a:latin typeface="Arial"/>
                <a:ea typeface="Arial"/>
                <a:cs typeface="Arial"/>
              </a:defRPr>
            </a:lvl5pPr>
            <a:lvl6pPr>
              <a:defRPr sz="3300" b="1">
                <a:solidFill>
                  <a:srgbClr val="0C2446"/>
                </a:solidFill>
                <a:latin typeface="Arial"/>
                <a:ea typeface="Arial"/>
                <a:cs typeface="Arial"/>
              </a:defRPr>
            </a:lvl6pPr>
            <a:lvl7pPr>
              <a:defRPr sz="3300" b="1">
                <a:solidFill>
                  <a:srgbClr val="0C2446"/>
                </a:solidFill>
                <a:latin typeface="Arial"/>
                <a:ea typeface="Arial"/>
                <a:cs typeface="Arial"/>
              </a:defRPr>
            </a:lvl7pPr>
            <a:lvl8pPr>
              <a:defRPr sz="3300" b="1">
                <a:solidFill>
                  <a:srgbClr val="0C2446"/>
                </a:solidFill>
                <a:latin typeface="Arial"/>
                <a:ea typeface="Arial"/>
                <a:cs typeface="Arial"/>
              </a:defRPr>
            </a:lvl8pPr>
            <a:lvl9pPr>
              <a:defRPr sz="3300" b="1">
                <a:solidFill>
                  <a:srgbClr val="0C2446"/>
                </a:solidFill>
                <a:latin typeface="Arial"/>
                <a:ea typeface="Arial"/>
                <a:cs typeface="Arial"/>
              </a:defRPr>
            </a:lvl9pPr>
          </a:lstStyle>
          <a:p xmlns:a="http://schemas.openxmlformats.org/drawingml/2006/main">
            <a:pPr>
              <a:defRPr sz="3300" b="1">
                <a:solidFill>
                  <a:srgbClr val="0C2446"/>
                </a:solidFill>
                <a:latin typeface="Arial"/>
                <a:ea typeface="Arial"/>
                <a:cs typeface="Arial"/>
              </a:defRPr>
            </a:pPr>
            <a:r>
              <a:rPr sz="3300" b="1">
                <a:solidFill>
                  <a:srgbClr val="0C2446"/>
                </a:solidFill>
                <a:latin typeface="Arial"/>
                <a:ea typeface="Arial"/>
                <a:cs typeface="Arial"/>
              </a:rPr>
              <a:t>Что уже есть и куда развивать продукт</a:t>
            </a:r>
          </a:p>
        </p:txBody>
      </p:sp>
      <p:sp>
        <p:nvSpPr>
          <p:cNvPr id="2" name="text-70">
            <a:extLst xmlns:a="http://schemas.openxmlformats.org/drawingml/2006/main">
              <a:ext uri="{FF2B5EF4-FFF2-40B4-BE49-F238E27FC236}">
                <a16:creationId xmlns:a16="http://schemas.microsoft.com/office/drawing/2014/main" id="{E8FDCE45-C7DD-48E6-97F4-4B9FCD71CBE6}"/>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50637E"/>
                </a:solidFill>
                <a:latin typeface="Arial"/>
                <a:ea typeface="Arial"/>
                <a:cs typeface="Arial"/>
              </a:defRPr>
            </a:defPPr>
            <a:lvl1pPr>
              <a:defRPr sz="1275" b="0">
                <a:solidFill>
                  <a:srgbClr val="50637E"/>
                </a:solidFill>
                <a:latin typeface="Arial"/>
                <a:ea typeface="Arial"/>
                <a:cs typeface="Arial"/>
              </a:defRPr>
            </a:lvl1pPr>
            <a:lvl2pPr>
              <a:defRPr sz="1275" b="0">
                <a:solidFill>
                  <a:srgbClr val="50637E"/>
                </a:solidFill>
                <a:latin typeface="Arial"/>
                <a:ea typeface="Arial"/>
                <a:cs typeface="Arial"/>
              </a:defRPr>
            </a:lvl2pPr>
            <a:lvl3pPr>
              <a:defRPr sz="1275" b="0">
                <a:solidFill>
                  <a:srgbClr val="50637E"/>
                </a:solidFill>
                <a:latin typeface="Arial"/>
                <a:ea typeface="Arial"/>
                <a:cs typeface="Arial"/>
              </a:defRPr>
            </a:lvl3pPr>
            <a:lvl4pPr>
              <a:defRPr sz="1275" b="0">
                <a:solidFill>
                  <a:srgbClr val="50637E"/>
                </a:solidFill>
                <a:latin typeface="Arial"/>
                <a:ea typeface="Arial"/>
                <a:cs typeface="Arial"/>
              </a:defRPr>
            </a:lvl4pPr>
            <a:lvl5pPr>
              <a:defRPr sz="1275" b="0">
                <a:solidFill>
                  <a:srgbClr val="50637E"/>
                </a:solidFill>
                <a:latin typeface="Arial"/>
                <a:ea typeface="Arial"/>
                <a:cs typeface="Arial"/>
              </a:defRPr>
            </a:lvl5pPr>
            <a:lvl6pPr>
              <a:defRPr sz="1275" b="0">
                <a:solidFill>
                  <a:srgbClr val="50637E"/>
                </a:solidFill>
                <a:latin typeface="Arial"/>
                <a:ea typeface="Arial"/>
                <a:cs typeface="Arial"/>
              </a:defRPr>
            </a:lvl6pPr>
            <a:lvl7pPr>
              <a:defRPr sz="1275" b="0">
                <a:solidFill>
                  <a:srgbClr val="50637E"/>
                </a:solidFill>
                <a:latin typeface="Arial"/>
                <a:ea typeface="Arial"/>
                <a:cs typeface="Arial"/>
              </a:defRPr>
            </a:lvl7pPr>
            <a:lvl8pPr>
              <a:defRPr sz="1275" b="0">
                <a:solidFill>
                  <a:srgbClr val="50637E"/>
                </a:solidFill>
                <a:latin typeface="Arial"/>
                <a:ea typeface="Arial"/>
                <a:cs typeface="Arial"/>
              </a:defRPr>
            </a:lvl8pPr>
            <a:lvl9pPr>
              <a:defRPr sz="1275" b="0">
                <a:solidFill>
                  <a:srgbClr val="50637E"/>
                </a:solidFill>
                <a:latin typeface="Arial"/>
                <a:ea typeface="Arial"/>
                <a:cs typeface="Arial"/>
              </a:defRPr>
            </a:lvl9pPr>
          </a:lstStyle>
          <a:p xmlns:a="http://schemas.openxmlformats.org/drawingml/2006/main">
            <a:pPr>
              <a:defRPr sz="1275" b="0">
                <a:solidFill>
                  <a:srgbClr val="50637E"/>
                </a:solidFill>
                <a:latin typeface="Arial"/>
                <a:ea typeface="Arial"/>
                <a:cs typeface="Arial"/>
              </a:defRPr>
            </a:pPr>
            <a:r>
              <a:rPr sz="1275" b="0">
                <a:solidFill>
                  <a:srgbClr val="50637E"/>
                </a:solidFill>
                <a:latin typeface="Arial"/>
                <a:ea typeface="Arial"/>
                <a:cs typeface="Arial"/>
              </a:rPr>
              <a:t>13</a:t>
            </a:r>
          </a:p>
        </p:txBody>
      </p:sp>
      <p:sp>
        <p:nvSpPr>
          <p:cNvPr id="3" name="text-71">
            <a:extLst xmlns:a="http://schemas.openxmlformats.org/drawingml/2006/main">
              <a:ext uri="{FF2B5EF4-FFF2-40B4-BE49-F238E27FC236}">
                <a16:creationId xmlns:a16="http://schemas.microsoft.com/office/drawing/2014/main" id="{E9B5225E-5AC8-453A-A9B3-7EBCCB25ECF7}"/>
              </a:ext>
            </a:extLst>
          </p:cNvPr>
          <p:cNvSpPr>
            <a:spLocks xmlns:a="http://schemas.openxmlformats.org/drawingml/2006/main" noGrp="1"/>
          </p:cNvSpPr>
          <p:nvPr/>
        </p:nvSpPr>
        <p:spPr>
          <a:xfrm xmlns:a="http://schemas.openxmlformats.org/drawingml/2006/main">
            <a:off x="619125" y="1714500"/>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225BB5"/>
                </a:solidFill>
                <a:latin typeface="Arial"/>
                <a:ea typeface="Arial"/>
                <a:cs typeface="Arial"/>
              </a:defRPr>
            </a:defPPr>
            <a:lvl1pPr>
              <a:defRPr sz="2400" b="1">
                <a:solidFill>
                  <a:srgbClr val="225BB5"/>
                </a:solidFill>
                <a:latin typeface="Arial"/>
                <a:ea typeface="Arial"/>
                <a:cs typeface="Arial"/>
              </a:defRPr>
            </a:lvl1pPr>
            <a:lvl2pPr>
              <a:defRPr sz="2400" b="1">
                <a:solidFill>
                  <a:srgbClr val="225BB5"/>
                </a:solidFill>
                <a:latin typeface="Arial"/>
                <a:ea typeface="Arial"/>
                <a:cs typeface="Arial"/>
              </a:defRPr>
            </a:lvl2pPr>
            <a:lvl3pPr>
              <a:defRPr sz="2400" b="1">
                <a:solidFill>
                  <a:srgbClr val="225BB5"/>
                </a:solidFill>
                <a:latin typeface="Arial"/>
                <a:ea typeface="Arial"/>
                <a:cs typeface="Arial"/>
              </a:defRPr>
            </a:lvl3pPr>
            <a:lvl4pPr>
              <a:defRPr sz="2400" b="1">
                <a:solidFill>
                  <a:srgbClr val="225BB5"/>
                </a:solidFill>
                <a:latin typeface="Arial"/>
                <a:ea typeface="Arial"/>
                <a:cs typeface="Arial"/>
              </a:defRPr>
            </a:lvl4pPr>
            <a:lvl5pPr>
              <a:defRPr sz="2400" b="1">
                <a:solidFill>
                  <a:srgbClr val="225BB5"/>
                </a:solidFill>
                <a:latin typeface="Arial"/>
                <a:ea typeface="Arial"/>
                <a:cs typeface="Arial"/>
              </a:defRPr>
            </a:lvl5pPr>
            <a:lvl6pPr>
              <a:defRPr sz="2400" b="1">
                <a:solidFill>
                  <a:srgbClr val="225BB5"/>
                </a:solidFill>
                <a:latin typeface="Arial"/>
                <a:ea typeface="Arial"/>
                <a:cs typeface="Arial"/>
              </a:defRPr>
            </a:lvl6pPr>
            <a:lvl7pPr>
              <a:defRPr sz="2400" b="1">
                <a:solidFill>
                  <a:srgbClr val="225BB5"/>
                </a:solidFill>
                <a:latin typeface="Arial"/>
                <a:ea typeface="Arial"/>
                <a:cs typeface="Arial"/>
              </a:defRPr>
            </a:lvl7pPr>
            <a:lvl8pPr>
              <a:defRPr sz="2400" b="1">
                <a:solidFill>
                  <a:srgbClr val="225BB5"/>
                </a:solidFill>
                <a:latin typeface="Arial"/>
                <a:ea typeface="Arial"/>
                <a:cs typeface="Arial"/>
              </a:defRPr>
            </a:lvl8pPr>
            <a:lvl9pPr>
              <a:defRPr sz="2400" b="1">
                <a:solidFill>
                  <a:srgbClr val="225BB5"/>
                </a:solidFill>
                <a:latin typeface="Arial"/>
                <a:ea typeface="Arial"/>
                <a:cs typeface="Arial"/>
              </a:defRPr>
            </a:lvl9pPr>
          </a:lstStyle>
          <a:p xmlns:a="http://schemas.openxmlformats.org/drawingml/2006/main">
            <a:pPr>
              <a:defRPr sz="2400" b="1">
                <a:solidFill>
                  <a:srgbClr val="225BB5"/>
                </a:solidFill>
                <a:latin typeface="Arial"/>
                <a:ea typeface="Arial"/>
                <a:cs typeface="Arial"/>
              </a:defRPr>
            </a:pPr>
            <a:r>
              <a:rPr sz="2400" b="1">
                <a:solidFill>
                  <a:srgbClr val="225BB5"/>
                </a:solidFill>
                <a:latin typeface="Arial"/>
                <a:ea typeface="Arial"/>
                <a:cs typeface="Arial"/>
              </a:rPr>
              <a:t>Реализовано</a:t>
            </a:r>
          </a:p>
        </p:txBody>
      </p:sp>
      <p:sp>
        <p:nvSpPr>
          <p:cNvPr id="4" name="text-72">
            <a:extLst xmlns:a="http://schemas.openxmlformats.org/drawingml/2006/main">
              <a:ext uri="{FF2B5EF4-FFF2-40B4-BE49-F238E27FC236}">
                <a16:creationId xmlns:a16="http://schemas.microsoft.com/office/drawing/2014/main" id="{56DFDD9C-D81E-4CDD-B4F6-720BA8ABC941}"/>
              </a:ext>
            </a:extLst>
          </p:cNvPr>
          <p:cNvSpPr>
            <a:spLocks xmlns:a="http://schemas.openxmlformats.org/drawingml/2006/main" noGrp="1"/>
          </p:cNvSpPr>
          <p:nvPr/>
        </p:nvSpPr>
        <p:spPr>
          <a:xfrm xmlns:a="http://schemas.openxmlformats.org/drawingml/2006/main">
            <a:off x="619125" y="2371725"/>
            <a:ext cx="500062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6243A"/>
                </a:solidFill>
                <a:latin typeface="Arial"/>
                <a:ea typeface="Arial"/>
                <a:cs typeface="Arial"/>
              </a:defRPr>
            </a:defPPr>
            <a:lvl1pPr>
              <a:defRPr sz="2175" b="0">
                <a:solidFill>
                  <a:srgbClr val="16243A"/>
                </a:solidFill>
                <a:latin typeface="Arial"/>
                <a:ea typeface="Arial"/>
                <a:cs typeface="Arial"/>
              </a:defRPr>
            </a:lvl1pPr>
            <a:lvl2pPr>
              <a:defRPr sz="2175" b="0">
                <a:solidFill>
                  <a:srgbClr val="16243A"/>
                </a:solidFill>
                <a:latin typeface="Arial"/>
                <a:ea typeface="Arial"/>
                <a:cs typeface="Arial"/>
              </a:defRPr>
            </a:lvl2pPr>
            <a:lvl3pPr>
              <a:defRPr sz="2175" b="0">
                <a:solidFill>
                  <a:srgbClr val="16243A"/>
                </a:solidFill>
                <a:latin typeface="Arial"/>
                <a:ea typeface="Arial"/>
                <a:cs typeface="Arial"/>
              </a:defRPr>
            </a:lvl3pPr>
            <a:lvl4pPr>
              <a:defRPr sz="2175" b="0">
                <a:solidFill>
                  <a:srgbClr val="16243A"/>
                </a:solidFill>
                <a:latin typeface="Arial"/>
                <a:ea typeface="Arial"/>
                <a:cs typeface="Arial"/>
              </a:defRPr>
            </a:lvl4pPr>
            <a:lvl5pPr>
              <a:defRPr sz="2175" b="0">
                <a:solidFill>
                  <a:srgbClr val="16243A"/>
                </a:solidFill>
                <a:latin typeface="Arial"/>
                <a:ea typeface="Arial"/>
                <a:cs typeface="Arial"/>
              </a:defRPr>
            </a:lvl5pPr>
            <a:lvl6pPr>
              <a:defRPr sz="2175" b="0">
                <a:solidFill>
                  <a:srgbClr val="16243A"/>
                </a:solidFill>
                <a:latin typeface="Arial"/>
                <a:ea typeface="Arial"/>
                <a:cs typeface="Arial"/>
              </a:defRPr>
            </a:lvl6pPr>
            <a:lvl7pPr>
              <a:defRPr sz="2175" b="0">
                <a:solidFill>
                  <a:srgbClr val="16243A"/>
                </a:solidFill>
                <a:latin typeface="Arial"/>
                <a:ea typeface="Arial"/>
                <a:cs typeface="Arial"/>
              </a:defRPr>
            </a:lvl7pPr>
            <a:lvl8pPr>
              <a:defRPr sz="2175" b="0">
                <a:solidFill>
                  <a:srgbClr val="16243A"/>
                </a:solidFill>
                <a:latin typeface="Arial"/>
                <a:ea typeface="Arial"/>
                <a:cs typeface="Arial"/>
              </a:defRPr>
            </a:lvl8pPr>
            <a:lvl9pPr>
              <a:defRPr sz="2175" b="0">
                <a:solidFill>
                  <a:srgbClr val="16243A"/>
                </a:solidFill>
                <a:latin typeface="Arial"/>
                <a:ea typeface="Arial"/>
                <a:cs typeface="Arial"/>
              </a:defRPr>
            </a:lvl9pPr>
          </a:lstStyle>
          <a:p xmlns:a="http://schemas.openxmlformats.org/drawingml/2006/main">
            <a:pPr>
              <a:defRPr sz="2175" b="0">
                <a:solidFill>
                  <a:srgbClr val="16243A"/>
                </a:solidFill>
                <a:latin typeface="Arial"/>
                <a:ea typeface="Arial"/>
                <a:cs typeface="Arial"/>
              </a:defRPr>
            </a:pPr>
            <a:r>
              <a:rPr sz="2175" b="0">
                <a:solidFill>
                  <a:srgbClr val="16243A"/>
                </a:solidFill>
                <a:latin typeface="Arial"/>
                <a:ea typeface="Arial"/>
                <a:cs typeface="Arial"/>
              </a:rPr>
              <a:t>Доски и карточки обращений</a:t>
            </a:r>
          </a:p>
          <a:p xmlns:a="http://schemas.openxmlformats.org/drawingml/2006/main">
            <a:pPr>
              <a:defRPr sz="2175" b="0">
                <a:solidFill>
                  <a:srgbClr val="16243A"/>
                </a:solidFill>
                <a:latin typeface="Arial"/>
                <a:ea typeface="Arial"/>
                <a:cs typeface="Arial"/>
              </a:defRPr>
            </a:pPr>
            <a:r>
              <a:rPr sz="2175" b="0">
                <a:solidFill>
                  <a:srgbClr val="16243A"/>
                </a:solidFill>
                <a:latin typeface="Arial"/>
                <a:ea typeface="Arial"/>
                <a:cs typeface="Arial"/>
              </a:rPr>
              <a:t>Обсуждения, файлы и история</a:t>
            </a:r>
          </a:p>
          <a:p xmlns:a="http://schemas.openxmlformats.org/drawingml/2006/main">
            <a:pPr>
              <a:defRPr sz="2175" b="0">
                <a:solidFill>
                  <a:srgbClr val="16243A"/>
                </a:solidFill>
                <a:latin typeface="Arial"/>
                <a:ea typeface="Arial"/>
                <a:cs typeface="Arial"/>
              </a:defRPr>
            </a:pPr>
            <a:r>
              <a:rPr sz="2175" b="0">
                <a:solidFill>
                  <a:srgbClr val="16243A"/>
                </a:solidFill>
                <a:latin typeface="Arial"/>
                <a:ea typeface="Arial"/>
                <a:cs typeface="Arial"/>
              </a:rPr>
              <a:t>Роли и правила обработки</a:t>
            </a:r>
          </a:p>
          <a:p xmlns:a="http://schemas.openxmlformats.org/drawingml/2006/main">
            <a:pPr>
              <a:defRPr sz="2175" b="0">
                <a:solidFill>
                  <a:srgbClr val="16243A"/>
                </a:solidFill>
                <a:latin typeface="Arial"/>
                <a:ea typeface="Arial"/>
                <a:cs typeface="Arial"/>
              </a:defRPr>
            </a:pPr>
            <a:r>
              <a:rPr sz="2175" b="0">
                <a:solidFill>
                  <a:srgbClr val="16243A"/>
                </a:solidFill>
                <a:latin typeface="Arial"/>
                <a:ea typeface="Arial"/>
                <a:cs typeface="Arial"/>
              </a:rPr>
              <a:t>Поиск, архив и уведомления</a:t>
            </a:r>
          </a:p>
        </p:txBody>
      </p:sp>
      <p:sp>
        <p:nvSpPr>
          <p:cNvPr id="5" name="text-73">
            <a:extLst xmlns:a="http://schemas.openxmlformats.org/drawingml/2006/main">
              <a:ext uri="{FF2B5EF4-FFF2-40B4-BE49-F238E27FC236}">
                <a16:creationId xmlns:a16="http://schemas.microsoft.com/office/drawing/2014/main" id="{733AC640-4318-458E-9760-6906CE9F6BB6}"/>
              </a:ext>
            </a:extLst>
          </p:cNvPr>
          <p:cNvSpPr>
            <a:spLocks xmlns:a="http://schemas.openxmlformats.org/drawingml/2006/main" noGrp="1"/>
          </p:cNvSpPr>
          <p:nvPr/>
        </p:nvSpPr>
        <p:spPr>
          <a:xfrm xmlns:a="http://schemas.openxmlformats.org/drawingml/2006/main">
            <a:off x="6572250" y="1714500"/>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225BB5"/>
                </a:solidFill>
                <a:latin typeface="Arial"/>
                <a:ea typeface="Arial"/>
                <a:cs typeface="Arial"/>
              </a:defRPr>
            </a:defPPr>
            <a:lvl1pPr>
              <a:defRPr sz="2400" b="1">
                <a:solidFill>
                  <a:srgbClr val="225BB5"/>
                </a:solidFill>
                <a:latin typeface="Arial"/>
                <a:ea typeface="Arial"/>
                <a:cs typeface="Arial"/>
              </a:defRPr>
            </a:lvl1pPr>
            <a:lvl2pPr>
              <a:defRPr sz="2400" b="1">
                <a:solidFill>
                  <a:srgbClr val="225BB5"/>
                </a:solidFill>
                <a:latin typeface="Arial"/>
                <a:ea typeface="Arial"/>
                <a:cs typeface="Arial"/>
              </a:defRPr>
            </a:lvl2pPr>
            <a:lvl3pPr>
              <a:defRPr sz="2400" b="1">
                <a:solidFill>
                  <a:srgbClr val="225BB5"/>
                </a:solidFill>
                <a:latin typeface="Arial"/>
                <a:ea typeface="Arial"/>
                <a:cs typeface="Arial"/>
              </a:defRPr>
            </a:lvl3pPr>
            <a:lvl4pPr>
              <a:defRPr sz="2400" b="1">
                <a:solidFill>
                  <a:srgbClr val="225BB5"/>
                </a:solidFill>
                <a:latin typeface="Arial"/>
                <a:ea typeface="Arial"/>
                <a:cs typeface="Arial"/>
              </a:defRPr>
            </a:lvl4pPr>
            <a:lvl5pPr>
              <a:defRPr sz="2400" b="1">
                <a:solidFill>
                  <a:srgbClr val="225BB5"/>
                </a:solidFill>
                <a:latin typeface="Arial"/>
                <a:ea typeface="Arial"/>
                <a:cs typeface="Arial"/>
              </a:defRPr>
            </a:lvl5pPr>
            <a:lvl6pPr>
              <a:defRPr sz="2400" b="1">
                <a:solidFill>
                  <a:srgbClr val="225BB5"/>
                </a:solidFill>
                <a:latin typeface="Arial"/>
                <a:ea typeface="Arial"/>
                <a:cs typeface="Arial"/>
              </a:defRPr>
            </a:lvl6pPr>
            <a:lvl7pPr>
              <a:defRPr sz="2400" b="1">
                <a:solidFill>
                  <a:srgbClr val="225BB5"/>
                </a:solidFill>
                <a:latin typeface="Arial"/>
                <a:ea typeface="Arial"/>
                <a:cs typeface="Arial"/>
              </a:defRPr>
            </a:lvl7pPr>
            <a:lvl8pPr>
              <a:defRPr sz="2400" b="1">
                <a:solidFill>
                  <a:srgbClr val="225BB5"/>
                </a:solidFill>
                <a:latin typeface="Arial"/>
                <a:ea typeface="Arial"/>
                <a:cs typeface="Arial"/>
              </a:defRPr>
            </a:lvl8pPr>
            <a:lvl9pPr>
              <a:defRPr sz="2400" b="1">
                <a:solidFill>
                  <a:srgbClr val="225BB5"/>
                </a:solidFill>
                <a:latin typeface="Arial"/>
                <a:ea typeface="Arial"/>
                <a:cs typeface="Arial"/>
              </a:defRPr>
            </a:lvl9pPr>
          </a:lstStyle>
          <a:p xmlns:a="http://schemas.openxmlformats.org/drawingml/2006/main">
            <a:pPr>
              <a:defRPr sz="2400" b="1">
                <a:solidFill>
                  <a:srgbClr val="225BB5"/>
                </a:solidFill>
                <a:latin typeface="Arial"/>
                <a:ea typeface="Arial"/>
                <a:cs typeface="Arial"/>
              </a:defRPr>
            </a:pPr>
            <a:r>
              <a:rPr sz="2400" b="1">
                <a:solidFill>
                  <a:srgbClr val="225BB5"/>
                </a:solidFill>
                <a:latin typeface="Arial"/>
                <a:ea typeface="Arial"/>
                <a:cs typeface="Arial"/>
              </a:rPr>
              <a:t>Следующие шаги</a:t>
            </a:r>
          </a:p>
        </p:txBody>
      </p:sp>
      <p:sp>
        <p:nvSpPr>
          <p:cNvPr id="6" name="text-74">
            <a:extLst xmlns:a="http://schemas.openxmlformats.org/drawingml/2006/main">
              <a:ext uri="{FF2B5EF4-FFF2-40B4-BE49-F238E27FC236}">
                <a16:creationId xmlns:a16="http://schemas.microsoft.com/office/drawing/2014/main" id="{2FA0D75F-8A06-4AB8-9539-96577266E79D}"/>
              </a:ext>
            </a:extLst>
          </p:cNvPr>
          <p:cNvSpPr>
            <a:spLocks xmlns:a="http://schemas.openxmlformats.org/drawingml/2006/main" noGrp="1"/>
          </p:cNvSpPr>
          <p:nvPr/>
        </p:nvSpPr>
        <p:spPr>
          <a:xfrm xmlns:a="http://schemas.openxmlformats.org/drawingml/2006/main">
            <a:off x="6572250" y="2371725"/>
            <a:ext cx="500062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6243A"/>
                </a:solidFill>
                <a:latin typeface="Arial"/>
                <a:ea typeface="Arial"/>
                <a:cs typeface="Arial"/>
              </a:defRPr>
            </a:defPPr>
            <a:lvl1pPr>
              <a:defRPr sz="2175" b="0">
                <a:solidFill>
                  <a:srgbClr val="16243A"/>
                </a:solidFill>
                <a:latin typeface="Arial"/>
                <a:ea typeface="Arial"/>
                <a:cs typeface="Arial"/>
              </a:defRPr>
            </a:lvl1pPr>
            <a:lvl2pPr>
              <a:defRPr sz="2175" b="0">
                <a:solidFill>
                  <a:srgbClr val="16243A"/>
                </a:solidFill>
                <a:latin typeface="Arial"/>
                <a:ea typeface="Arial"/>
                <a:cs typeface="Arial"/>
              </a:defRPr>
            </a:lvl2pPr>
            <a:lvl3pPr>
              <a:defRPr sz="2175" b="0">
                <a:solidFill>
                  <a:srgbClr val="16243A"/>
                </a:solidFill>
                <a:latin typeface="Arial"/>
                <a:ea typeface="Arial"/>
                <a:cs typeface="Arial"/>
              </a:defRPr>
            </a:lvl3pPr>
            <a:lvl4pPr>
              <a:defRPr sz="2175" b="0">
                <a:solidFill>
                  <a:srgbClr val="16243A"/>
                </a:solidFill>
                <a:latin typeface="Arial"/>
                <a:ea typeface="Arial"/>
                <a:cs typeface="Arial"/>
              </a:defRPr>
            </a:lvl4pPr>
            <a:lvl5pPr>
              <a:defRPr sz="2175" b="0">
                <a:solidFill>
                  <a:srgbClr val="16243A"/>
                </a:solidFill>
                <a:latin typeface="Arial"/>
                <a:ea typeface="Arial"/>
                <a:cs typeface="Arial"/>
              </a:defRPr>
            </a:lvl5pPr>
            <a:lvl6pPr>
              <a:defRPr sz="2175" b="0">
                <a:solidFill>
                  <a:srgbClr val="16243A"/>
                </a:solidFill>
                <a:latin typeface="Arial"/>
                <a:ea typeface="Arial"/>
                <a:cs typeface="Arial"/>
              </a:defRPr>
            </a:lvl6pPr>
            <a:lvl7pPr>
              <a:defRPr sz="2175" b="0">
                <a:solidFill>
                  <a:srgbClr val="16243A"/>
                </a:solidFill>
                <a:latin typeface="Arial"/>
                <a:ea typeface="Arial"/>
                <a:cs typeface="Arial"/>
              </a:defRPr>
            </a:lvl7pPr>
            <a:lvl8pPr>
              <a:defRPr sz="2175" b="0">
                <a:solidFill>
                  <a:srgbClr val="16243A"/>
                </a:solidFill>
                <a:latin typeface="Arial"/>
                <a:ea typeface="Arial"/>
                <a:cs typeface="Arial"/>
              </a:defRPr>
            </a:lvl8pPr>
            <a:lvl9pPr>
              <a:defRPr sz="2175" b="0">
                <a:solidFill>
                  <a:srgbClr val="16243A"/>
                </a:solidFill>
                <a:latin typeface="Arial"/>
                <a:ea typeface="Arial"/>
                <a:cs typeface="Arial"/>
              </a:defRPr>
            </a:lvl9pPr>
          </a:lstStyle>
          <a:p xmlns:a="http://schemas.openxmlformats.org/drawingml/2006/main">
            <a:pPr>
              <a:defRPr sz="2175" b="0">
                <a:solidFill>
                  <a:srgbClr val="16243A"/>
                </a:solidFill>
                <a:latin typeface="Arial"/>
                <a:ea typeface="Arial"/>
                <a:cs typeface="Arial"/>
              </a:defRPr>
            </a:pPr>
            <a:r>
              <a:rPr sz="2175" b="0">
                <a:solidFill>
                  <a:srgbClr val="16243A"/>
                </a:solidFill>
                <a:latin typeface="Arial"/>
                <a:ea typeface="Arial"/>
                <a:cs typeface="Arial"/>
              </a:rPr>
              <a:t>Расширять настройку процессов</a:t>
            </a:r>
          </a:p>
          <a:p xmlns:a="http://schemas.openxmlformats.org/drawingml/2006/main">
            <a:pPr>
              <a:defRPr sz="2175" b="0">
                <a:solidFill>
                  <a:srgbClr val="16243A"/>
                </a:solidFill>
                <a:latin typeface="Arial"/>
                <a:ea typeface="Arial"/>
                <a:cs typeface="Arial"/>
              </a:defRPr>
            </a:pPr>
            <a:r>
              <a:rPr sz="2175" b="0">
                <a:solidFill>
                  <a:srgbClr val="16243A"/>
                </a:solidFill>
                <a:latin typeface="Arial"/>
                <a:ea typeface="Arial"/>
                <a:cs typeface="Arial"/>
              </a:rPr>
              <a:t>Проверить запуск с пустой БД</a:t>
            </a:r>
          </a:p>
          <a:p xmlns:a="http://schemas.openxmlformats.org/drawingml/2006/main">
            <a:pPr>
              <a:defRPr sz="2175" b="0">
                <a:solidFill>
                  <a:srgbClr val="16243A"/>
                </a:solidFill>
                <a:latin typeface="Arial"/>
                <a:ea typeface="Arial"/>
                <a:cs typeface="Arial"/>
              </a:defRPr>
            </a:pPr>
            <a:r>
              <a:rPr sz="2175" b="0">
                <a:solidFill>
                  <a:srgbClr val="16243A"/>
                </a:solidFill>
                <a:latin typeface="Arial"/>
                <a:ea typeface="Arial"/>
                <a:cs typeface="Arial"/>
              </a:rPr>
              <a:t>Дополнить визуальные тесты</a:t>
            </a:r>
          </a:p>
          <a:p xmlns:a="http://schemas.openxmlformats.org/drawingml/2006/main">
            <a:pPr>
              <a:defRPr sz="2175" b="0">
                <a:solidFill>
                  <a:srgbClr val="16243A"/>
                </a:solidFill>
                <a:latin typeface="Arial"/>
                <a:ea typeface="Arial"/>
                <a:cs typeface="Arial"/>
              </a:defRPr>
            </a:pPr>
            <a:r>
              <a:rPr sz="2175" b="0">
                <a:solidFill>
                  <a:srgbClr val="16243A"/>
                </a:solidFill>
                <a:latin typeface="Arial"/>
                <a:ea typeface="Arial"/>
                <a:cs typeface="Arial"/>
              </a:rPr>
              <a:t>Выбрать открытую лицензию</a:t>
            </a:r>
          </a:p>
        </p:txBody>
      </p:sp>
      <p:sp>
        <p:nvSpPr>
          <p:cNvPr id="7" name="text-75">
            <a:extLst xmlns:a="http://schemas.openxmlformats.org/drawingml/2006/main">
              <a:ext uri="{FF2B5EF4-FFF2-40B4-BE49-F238E27FC236}">
                <a16:creationId xmlns:a16="http://schemas.microsoft.com/office/drawing/2014/main" id="{BD315BDE-BC26-4B4A-9595-B256BED64D80}"/>
              </a:ext>
            </a:extLst>
          </p:cNvPr>
          <p:cNvSpPr>
            <a:spLocks xmlns:a="http://schemas.openxmlformats.org/drawingml/2006/main" noGrp="1"/>
          </p:cNvSpPr>
          <p:nvPr/>
        </p:nvSpPr>
        <p:spPr>
          <a:xfrm xmlns:a="http://schemas.openxmlformats.org/drawingml/2006/main">
            <a:off x="619125" y="57150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0637E"/>
                </a:solidFill>
                <a:latin typeface="Arial"/>
                <a:ea typeface="Arial"/>
                <a:cs typeface="Arial"/>
              </a:defRPr>
            </a:defPPr>
            <a:lvl1pPr>
              <a:defRPr sz="1875" b="0">
                <a:solidFill>
                  <a:srgbClr val="50637E"/>
                </a:solidFill>
                <a:latin typeface="Arial"/>
                <a:ea typeface="Arial"/>
                <a:cs typeface="Arial"/>
              </a:defRPr>
            </a:lvl1pPr>
            <a:lvl2pPr>
              <a:defRPr sz="1875" b="0">
                <a:solidFill>
                  <a:srgbClr val="50637E"/>
                </a:solidFill>
                <a:latin typeface="Arial"/>
                <a:ea typeface="Arial"/>
                <a:cs typeface="Arial"/>
              </a:defRPr>
            </a:lvl2pPr>
            <a:lvl3pPr>
              <a:defRPr sz="1875" b="0">
                <a:solidFill>
                  <a:srgbClr val="50637E"/>
                </a:solidFill>
                <a:latin typeface="Arial"/>
                <a:ea typeface="Arial"/>
                <a:cs typeface="Arial"/>
              </a:defRPr>
            </a:lvl3pPr>
            <a:lvl4pPr>
              <a:defRPr sz="1875" b="0">
                <a:solidFill>
                  <a:srgbClr val="50637E"/>
                </a:solidFill>
                <a:latin typeface="Arial"/>
                <a:ea typeface="Arial"/>
                <a:cs typeface="Arial"/>
              </a:defRPr>
            </a:lvl4pPr>
            <a:lvl5pPr>
              <a:defRPr sz="1875" b="0">
                <a:solidFill>
                  <a:srgbClr val="50637E"/>
                </a:solidFill>
                <a:latin typeface="Arial"/>
                <a:ea typeface="Arial"/>
                <a:cs typeface="Arial"/>
              </a:defRPr>
            </a:lvl5pPr>
            <a:lvl6pPr>
              <a:defRPr sz="1875" b="0">
                <a:solidFill>
                  <a:srgbClr val="50637E"/>
                </a:solidFill>
                <a:latin typeface="Arial"/>
                <a:ea typeface="Arial"/>
                <a:cs typeface="Arial"/>
              </a:defRPr>
            </a:lvl6pPr>
            <a:lvl7pPr>
              <a:defRPr sz="1875" b="0">
                <a:solidFill>
                  <a:srgbClr val="50637E"/>
                </a:solidFill>
                <a:latin typeface="Arial"/>
                <a:ea typeface="Arial"/>
                <a:cs typeface="Arial"/>
              </a:defRPr>
            </a:lvl7pPr>
            <a:lvl8pPr>
              <a:defRPr sz="1875" b="0">
                <a:solidFill>
                  <a:srgbClr val="50637E"/>
                </a:solidFill>
                <a:latin typeface="Arial"/>
                <a:ea typeface="Arial"/>
                <a:cs typeface="Arial"/>
              </a:defRPr>
            </a:lvl8pPr>
            <a:lvl9pPr>
              <a:defRPr sz="1875" b="0">
                <a:solidFill>
                  <a:srgbClr val="50637E"/>
                </a:solidFill>
                <a:latin typeface="Arial"/>
                <a:ea typeface="Arial"/>
                <a:cs typeface="Arial"/>
              </a:defRPr>
            </a:lvl9pPr>
          </a:lstStyle>
          <a:p xmlns:a="http://schemas.openxmlformats.org/drawingml/2006/main">
            <a:pPr>
              <a:defRPr sz="1875" b="0">
                <a:solidFill>
                  <a:srgbClr val="50637E"/>
                </a:solidFill>
                <a:latin typeface="Arial"/>
                <a:ea typeface="Arial"/>
                <a:cs typeface="Arial"/>
              </a:defRPr>
            </a:pPr>
            <a:r>
              <a:rPr sz="1875" b="0">
                <a:solidFill>
                  <a:srgbClr val="50637E"/>
                </a:solidFill>
                <a:latin typeface="Arial"/>
                <a:ea typeface="Arial"/>
                <a:cs typeface="Arial"/>
              </a:rPr>
              <a:t>Развитие продукта: больше настроек при сохранении общего учёта и правил доступа.</a:t>
            </a:r>
          </a:p>
        </p:txBody>
      </p:sp>
    </p:spTree>
    <p:extLst>
      <p:ext uri="{BB962C8B-B14F-4D97-AF65-F5344CB8AC3E}">
        <p14:creationId xmlns:p14="http://schemas.microsoft.com/office/powerpoint/2010/main" val="1947935581"/>
      </p:ext>
    </p:extLst>
  </p:cSld>
</p:sld>
</file>

<file path=ppt/slides/slide14.xml><?xml version="1.0" encoding="utf-8"?>
<p:sld xmlns:p="http://schemas.openxmlformats.org/presentationml/2006/main">
  <p:cSld>
    <p:bg>
      <p:bgPr>
        <a:solidFill xmlns:a="http://schemas.openxmlformats.org/drawingml/2006/main">
          <a:srgbClr val="0C2446"/>
        </a:solidFill>
      </p:bgPr>
    </p:bg>
    <p:spTree>
      <p:nvGrpSpPr>
        <p:cNvPr id="1" name=""/>
        <p:cNvGrpSpPr/>
        <p:nvPr/>
      </p:nvGrpSpPr>
      <p:grpSpPr>
        <a:xfrm xmlns:a="http://schemas.openxmlformats.org/drawingml/2006/main"/>
      </p:grpSpPr>
      <p:sp>
        <p:nvSpPr>
          <p:cNvPr id="6" name="text-76">
            <a:extLst xmlns:a="http://schemas.openxmlformats.org/drawingml/2006/main">
              <a:ext uri="{FF2B5EF4-FFF2-40B4-BE49-F238E27FC236}">
                <a16:creationId xmlns:a16="http://schemas.microsoft.com/office/drawing/2014/main" id="{8B3225B2-94BE-4007-AD18-D5450C2FF218}"/>
              </a:ext>
            </a:extLst>
          </p:cNvPr>
          <p:cNvSpPr>
            <a:spLocks xmlns:a="http://schemas.openxmlformats.org/drawingml/2006/main" noGrp="1"/>
          </p:cNvSpPr>
          <p:nvPr/>
        </p:nvSpPr>
        <p:spPr>
          <a:xfrm xmlns:a="http://schemas.openxmlformats.org/drawingml/2006/main">
            <a:off x="609600" y="4572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Результат проекта</a:t>
            </a:r>
          </a:p>
        </p:txBody>
      </p:sp>
      <p:sp>
        <p:nvSpPr>
          <p:cNvPr id="2" name="text-77">
            <a:extLst xmlns:a="http://schemas.openxmlformats.org/drawingml/2006/main">
              <a:ext uri="{FF2B5EF4-FFF2-40B4-BE49-F238E27FC236}">
                <a16:creationId xmlns:a16="http://schemas.microsoft.com/office/drawing/2014/main" id="{BDC35405-7B5B-4677-80BE-49B3996E8412}"/>
              </a:ext>
            </a:extLst>
          </p:cNvPr>
          <p:cNvSpPr>
            <a:spLocks xmlns:a="http://schemas.openxmlformats.org/drawingml/2006/main" noGrp="1"/>
          </p:cNvSpPr>
          <p:nvPr/>
        </p:nvSpPr>
        <p:spPr>
          <a:xfrm xmlns:a="http://schemas.openxmlformats.org/drawingml/2006/main">
            <a:off x="11049000" y="63436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C7DBFA"/>
                </a:solidFill>
                <a:latin typeface="Arial"/>
                <a:ea typeface="Arial"/>
                <a:cs typeface="Arial"/>
              </a:defRPr>
            </a:defPPr>
            <a:lvl1pPr>
              <a:defRPr sz="1275" b="0">
                <a:solidFill>
                  <a:srgbClr val="C7DBFA"/>
                </a:solidFill>
                <a:latin typeface="Arial"/>
                <a:ea typeface="Arial"/>
                <a:cs typeface="Arial"/>
              </a:defRPr>
            </a:lvl1pPr>
            <a:lvl2pPr>
              <a:defRPr sz="1275" b="0">
                <a:solidFill>
                  <a:srgbClr val="C7DBFA"/>
                </a:solidFill>
                <a:latin typeface="Arial"/>
                <a:ea typeface="Arial"/>
                <a:cs typeface="Arial"/>
              </a:defRPr>
            </a:lvl2pPr>
            <a:lvl3pPr>
              <a:defRPr sz="1275" b="0">
                <a:solidFill>
                  <a:srgbClr val="C7DBFA"/>
                </a:solidFill>
                <a:latin typeface="Arial"/>
                <a:ea typeface="Arial"/>
                <a:cs typeface="Arial"/>
              </a:defRPr>
            </a:lvl3pPr>
            <a:lvl4pPr>
              <a:defRPr sz="1275" b="0">
                <a:solidFill>
                  <a:srgbClr val="C7DBFA"/>
                </a:solidFill>
                <a:latin typeface="Arial"/>
                <a:ea typeface="Arial"/>
                <a:cs typeface="Arial"/>
              </a:defRPr>
            </a:lvl4pPr>
            <a:lvl5pPr>
              <a:defRPr sz="1275" b="0">
                <a:solidFill>
                  <a:srgbClr val="C7DBFA"/>
                </a:solidFill>
                <a:latin typeface="Arial"/>
                <a:ea typeface="Arial"/>
                <a:cs typeface="Arial"/>
              </a:defRPr>
            </a:lvl5pPr>
            <a:lvl6pPr>
              <a:defRPr sz="1275" b="0">
                <a:solidFill>
                  <a:srgbClr val="C7DBFA"/>
                </a:solidFill>
                <a:latin typeface="Arial"/>
                <a:ea typeface="Arial"/>
                <a:cs typeface="Arial"/>
              </a:defRPr>
            </a:lvl6pPr>
            <a:lvl7pPr>
              <a:defRPr sz="1275" b="0">
                <a:solidFill>
                  <a:srgbClr val="C7DBFA"/>
                </a:solidFill>
                <a:latin typeface="Arial"/>
                <a:ea typeface="Arial"/>
                <a:cs typeface="Arial"/>
              </a:defRPr>
            </a:lvl7pPr>
            <a:lvl8pPr>
              <a:defRPr sz="1275" b="0">
                <a:solidFill>
                  <a:srgbClr val="C7DBFA"/>
                </a:solidFill>
                <a:latin typeface="Arial"/>
                <a:ea typeface="Arial"/>
                <a:cs typeface="Arial"/>
              </a:defRPr>
            </a:lvl8pPr>
            <a:lvl9pPr>
              <a:defRPr sz="1275" b="0">
                <a:solidFill>
                  <a:srgbClr val="C7DBFA"/>
                </a:solidFill>
                <a:latin typeface="Arial"/>
                <a:ea typeface="Arial"/>
                <a:cs typeface="Arial"/>
              </a:defRPr>
            </a:lvl9pPr>
          </a:lstStyle>
          <a:p xmlns:a="http://schemas.openxmlformats.org/drawingml/2006/main">
            <a:pPr>
              <a:defRPr sz="1275" b="0">
                <a:solidFill>
                  <a:srgbClr val="C7DBFA"/>
                </a:solidFill>
                <a:latin typeface="Arial"/>
                <a:ea typeface="Arial"/>
                <a:cs typeface="Arial"/>
              </a:defRPr>
            </a:pPr>
            <a:r>
              <a:rPr sz="1275" b="0">
                <a:solidFill>
                  <a:srgbClr val="C7DBFA"/>
                </a:solidFill>
                <a:latin typeface="Arial"/>
                <a:ea typeface="Arial"/>
                <a:cs typeface="Arial"/>
              </a:rPr>
              <a:t>14</a:t>
            </a:r>
          </a:p>
        </p:txBody>
      </p:sp>
      <p:sp>
        <p:nvSpPr>
          <p:cNvPr id="3" name="text-78">
            <a:extLst xmlns:a="http://schemas.openxmlformats.org/drawingml/2006/main">
              <a:ext uri="{FF2B5EF4-FFF2-40B4-BE49-F238E27FC236}">
                <a16:creationId xmlns:a16="http://schemas.microsoft.com/office/drawing/2014/main" id="{06A21649-D626-49B0-AC3B-11A01BA26139}"/>
              </a:ext>
            </a:extLst>
          </p:cNvPr>
          <p:cNvSpPr>
            <a:spLocks xmlns:a="http://schemas.openxmlformats.org/drawingml/2006/main" noGrp="1"/>
          </p:cNvSpPr>
          <p:nvPr/>
        </p:nvSpPr>
        <p:spPr>
          <a:xfrm xmlns:a="http://schemas.openxmlformats.org/drawingml/2006/main">
            <a:off x="628650" y="1714500"/>
            <a:ext cx="10763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Рабочий процесс отдела</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можно вести как общую историю</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обращения и его обработки</a:t>
            </a:r>
          </a:p>
        </p:txBody>
      </p:sp>
      <p:sp>
        <p:nvSpPr>
          <p:cNvPr id="4" name="text-79">
            <a:extLst xmlns:a="http://schemas.openxmlformats.org/drawingml/2006/main">
              <a:ext uri="{FF2B5EF4-FFF2-40B4-BE49-F238E27FC236}">
                <a16:creationId xmlns:a16="http://schemas.microsoft.com/office/drawing/2014/main" id="{79A3D151-5692-44B6-A86A-95C95BD5469A}"/>
              </a:ext>
            </a:extLst>
          </p:cNvPr>
          <p:cNvSpPr>
            <a:spLocks xmlns:a="http://schemas.openxmlformats.org/drawingml/2006/main" noGrp="1"/>
          </p:cNvSpPr>
          <p:nvPr/>
        </p:nvSpPr>
        <p:spPr>
          <a:xfrm xmlns:a="http://schemas.openxmlformats.org/drawingml/2006/main">
            <a:off x="628650" y="44291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C7DBFA"/>
                </a:solidFill>
                <a:latin typeface="Arial"/>
                <a:ea typeface="Arial"/>
                <a:cs typeface="Arial"/>
              </a:defRPr>
            </a:defPPr>
            <a:lvl1pPr>
              <a:defRPr sz="2250" b="0">
                <a:solidFill>
                  <a:srgbClr val="C7DBFA"/>
                </a:solidFill>
                <a:latin typeface="Arial"/>
                <a:ea typeface="Arial"/>
                <a:cs typeface="Arial"/>
              </a:defRPr>
            </a:lvl1pPr>
            <a:lvl2pPr>
              <a:defRPr sz="2250" b="0">
                <a:solidFill>
                  <a:srgbClr val="C7DBFA"/>
                </a:solidFill>
                <a:latin typeface="Arial"/>
                <a:ea typeface="Arial"/>
                <a:cs typeface="Arial"/>
              </a:defRPr>
            </a:lvl2pPr>
            <a:lvl3pPr>
              <a:defRPr sz="2250" b="0">
                <a:solidFill>
                  <a:srgbClr val="C7DBFA"/>
                </a:solidFill>
                <a:latin typeface="Arial"/>
                <a:ea typeface="Arial"/>
                <a:cs typeface="Arial"/>
              </a:defRPr>
            </a:lvl3pPr>
            <a:lvl4pPr>
              <a:defRPr sz="2250" b="0">
                <a:solidFill>
                  <a:srgbClr val="C7DBFA"/>
                </a:solidFill>
                <a:latin typeface="Arial"/>
                <a:ea typeface="Arial"/>
                <a:cs typeface="Arial"/>
              </a:defRPr>
            </a:lvl4pPr>
            <a:lvl5pPr>
              <a:defRPr sz="2250" b="0">
                <a:solidFill>
                  <a:srgbClr val="C7DBFA"/>
                </a:solidFill>
                <a:latin typeface="Arial"/>
                <a:ea typeface="Arial"/>
                <a:cs typeface="Arial"/>
              </a:defRPr>
            </a:lvl5pPr>
            <a:lvl6pPr>
              <a:defRPr sz="2250" b="0">
                <a:solidFill>
                  <a:srgbClr val="C7DBFA"/>
                </a:solidFill>
                <a:latin typeface="Arial"/>
                <a:ea typeface="Arial"/>
                <a:cs typeface="Arial"/>
              </a:defRPr>
            </a:lvl6pPr>
            <a:lvl7pPr>
              <a:defRPr sz="2250" b="0">
                <a:solidFill>
                  <a:srgbClr val="C7DBFA"/>
                </a:solidFill>
                <a:latin typeface="Arial"/>
                <a:ea typeface="Arial"/>
                <a:cs typeface="Arial"/>
              </a:defRPr>
            </a:lvl7pPr>
            <a:lvl8pPr>
              <a:defRPr sz="2250" b="0">
                <a:solidFill>
                  <a:srgbClr val="C7DBFA"/>
                </a:solidFill>
                <a:latin typeface="Arial"/>
                <a:ea typeface="Arial"/>
                <a:cs typeface="Arial"/>
              </a:defRPr>
            </a:lvl8pPr>
            <a:lvl9pPr>
              <a:defRPr sz="2250" b="0">
                <a:solidFill>
                  <a:srgbClr val="C7DBFA"/>
                </a:solidFill>
                <a:latin typeface="Arial"/>
                <a:ea typeface="Arial"/>
                <a:cs typeface="Arial"/>
              </a:defRPr>
            </a:lvl9pPr>
          </a:lstStyle>
          <a:p xmlns:a="http://schemas.openxmlformats.org/drawingml/2006/main">
            <a:pPr>
              <a:defRPr sz="2250" b="0">
                <a:solidFill>
                  <a:srgbClr val="C7DBFA"/>
                </a:solidFill>
                <a:latin typeface="Arial"/>
                <a:ea typeface="Arial"/>
                <a:cs typeface="Arial"/>
              </a:defRPr>
            </a:pPr>
            <a:r>
              <a:rPr sz="2250" b="0">
                <a:solidFill>
                  <a:srgbClr val="C7DBFA"/>
                </a:solidFill>
                <a:latin typeface="Arial"/>
                <a:ea typeface="Arial"/>
                <a:cs typeface="Arial"/>
              </a:rPr>
              <a:t>От потребности сотрудников к модели процесса,</a:t>
            </a:r>
          </a:p>
          <a:p xmlns:a="http://schemas.openxmlformats.org/drawingml/2006/main">
            <a:pPr>
              <a:defRPr sz="2250" b="0">
                <a:solidFill>
                  <a:srgbClr val="C7DBFA"/>
                </a:solidFill>
                <a:latin typeface="Arial"/>
                <a:ea typeface="Arial"/>
                <a:cs typeface="Arial"/>
              </a:defRPr>
            </a:pPr>
            <a:r>
              <a:rPr sz="2250" b="0">
                <a:solidFill>
                  <a:srgbClr val="C7DBFA"/>
                </a:solidFill>
                <a:latin typeface="Arial"/>
                <a:ea typeface="Arial"/>
                <a:cs typeface="Arial"/>
              </a:rPr>
              <a:t>правилам продукта и проверке реализации.</a:t>
            </a:r>
          </a:p>
        </p:txBody>
      </p:sp>
      <p:sp>
        <p:nvSpPr>
          <p:cNvPr id="5" name="text-80">
            <a:extLst xmlns:a="http://schemas.openxmlformats.org/drawingml/2006/main">
              <a:ext uri="{FF2B5EF4-FFF2-40B4-BE49-F238E27FC236}">
                <a16:creationId xmlns:a16="http://schemas.microsoft.com/office/drawing/2014/main" id="{D205AD27-93A6-4E79-8581-FCEAB0FC2681}"/>
              </a:ext>
            </a:extLst>
          </p:cNvPr>
          <p:cNvSpPr>
            <a:spLocks xmlns:a="http://schemas.openxmlformats.org/drawingml/2006/main" noGrp="1"/>
          </p:cNvSpPr>
          <p:nvPr/>
        </p:nvSpPr>
        <p:spPr>
          <a:xfrm xmlns:a="http://schemas.openxmlformats.org/drawingml/2006/main">
            <a:off x="62865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F2C94C"/>
                </a:solidFill>
                <a:latin typeface="Arial"/>
                <a:ea typeface="Arial"/>
                <a:cs typeface="Arial"/>
              </a:defRPr>
            </a:defPPr>
            <a:lvl1pPr>
              <a:defRPr sz="2325" b="1">
                <a:solidFill>
                  <a:srgbClr val="F2C94C"/>
                </a:solidFill>
                <a:latin typeface="Arial"/>
                <a:ea typeface="Arial"/>
                <a:cs typeface="Arial"/>
              </a:defRPr>
            </a:lvl1pPr>
            <a:lvl2pPr>
              <a:defRPr sz="2325" b="1">
                <a:solidFill>
                  <a:srgbClr val="F2C94C"/>
                </a:solidFill>
                <a:latin typeface="Arial"/>
                <a:ea typeface="Arial"/>
                <a:cs typeface="Arial"/>
              </a:defRPr>
            </a:lvl2pPr>
            <a:lvl3pPr>
              <a:defRPr sz="2325" b="1">
                <a:solidFill>
                  <a:srgbClr val="F2C94C"/>
                </a:solidFill>
                <a:latin typeface="Arial"/>
                <a:ea typeface="Arial"/>
                <a:cs typeface="Arial"/>
              </a:defRPr>
            </a:lvl3pPr>
            <a:lvl4pPr>
              <a:defRPr sz="2325" b="1">
                <a:solidFill>
                  <a:srgbClr val="F2C94C"/>
                </a:solidFill>
                <a:latin typeface="Arial"/>
                <a:ea typeface="Arial"/>
                <a:cs typeface="Arial"/>
              </a:defRPr>
            </a:lvl4pPr>
            <a:lvl5pPr>
              <a:defRPr sz="2325" b="1">
                <a:solidFill>
                  <a:srgbClr val="F2C94C"/>
                </a:solidFill>
                <a:latin typeface="Arial"/>
                <a:ea typeface="Arial"/>
                <a:cs typeface="Arial"/>
              </a:defRPr>
            </a:lvl5pPr>
            <a:lvl6pPr>
              <a:defRPr sz="2325" b="1">
                <a:solidFill>
                  <a:srgbClr val="F2C94C"/>
                </a:solidFill>
                <a:latin typeface="Arial"/>
                <a:ea typeface="Arial"/>
                <a:cs typeface="Arial"/>
              </a:defRPr>
            </a:lvl6pPr>
            <a:lvl7pPr>
              <a:defRPr sz="2325" b="1">
                <a:solidFill>
                  <a:srgbClr val="F2C94C"/>
                </a:solidFill>
                <a:latin typeface="Arial"/>
                <a:ea typeface="Arial"/>
                <a:cs typeface="Arial"/>
              </a:defRPr>
            </a:lvl7pPr>
            <a:lvl8pPr>
              <a:defRPr sz="2325" b="1">
                <a:solidFill>
                  <a:srgbClr val="F2C94C"/>
                </a:solidFill>
                <a:latin typeface="Arial"/>
                <a:ea typeface="Arial"/>
                <a:cs typeface="Arial"/>
              </a:defRPr>
            </a:lvl8pPr>
            <a:lvl9pPr>
              <a:defRPr sz="2325" b="1">
                <a:solidFill>
                  <a:srgbClr val="F2C94C"/>
                </a:solidFill>
                <a:latin typeface="Arial"/>
                <a:ea typeface="Arial"/>
                <a:cs typeface="Arial"/>
              </a:defRPr>
            </a:lvl9pPr>
          </a:lstStyle>
          <a:p xmlns:a="http://schemas.openxmlformats.org/drawingml/2006/main">
            <a:pPr>
              <a:defRPr sz="2325" b="1">
                <a:solidFill>
                  <a:srgbClr val="F2C94C"/>
                </a:solidFill>
                <a:latin typeface="Arial"/>
                <a:ea typeface="Arial"/>
                <a:cs typeface="Arial"/>
              </a:defRPr>
            </a:pPr>
            <a:r>
              <a:rPr sz="2325" b="1">
                <a:solidFill>
                  <a:srgbClr val="F2C94C"/>
                </a:solidFill>
                <a:latin typeface="Arial"/>
                <a:ea typeface="Arial"/>
                <a:cs typeface="Arial"/>
                <a:hlinkClick xmlns:r="http://schemas.openxmlformats.org/officeDocument/2006/relationships" r:id="R885cfd637d7548c8"/>
              </a:rPr>
              <a:t>github.com/impossi8le/lenkanban</a:t>
            </a:r>
          </a:p>
        </p:txBody>
      </p:sp>
    </p:spTree>
    <p:extLst>
      <p:ext uri="{BB962C8B-B14F-4D97-AF65-F5344CB8AC3E}">
        <p14:creationId xmlns:p14="http://schemas.microsoft.com/office/powerpoint/2010/main" val="1333528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2026-10-29T13:50:32.5210000Z</dcterms:created>
  <dcterms:modified xsi:type="dcterms:W3CDTF">2026-10-29T13:50:32.5210000Z</dcterms:modified>
</coreProperties>
</file>